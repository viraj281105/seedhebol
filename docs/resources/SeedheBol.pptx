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  <p:sldMasterId id="214748374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Source Code Pro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IBM Plex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B337C6-AFE6-4342-A976-547EAE34EA2F}">
  <a:tblStyle styleId="{86B337C6-AFE6-4342-A976-547EAE34EA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oppins-regular.fntdata"/><Relationship Id="rId21" Type="http://schemas.openxmlformats.org/officeDocument/2006/relationships/slide" Target="slides/slide14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SourceCodePr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SourceCodePro-italic.fntdata"/><Relationship Id="rId27" Type="http://schemas.openxmlformats.org/officeDocument/2006/relationships/font" Target="fonts/SourceCodePr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SourceCodePr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4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3.xml"/><Relationship Id="rId32" Type="http://schemas.openxmlformats.org/officeDocument/2006/relationships/font" Target="fonts/PTSans-italic.fntdata"/><Relationship Id="rId13" Type="http://schemas.openxmlformats.org/officeDocument/2006/relationships/slide" Target="slides/slide6.xml"/><Relationship Id="rId35" Type="http://schemas.openxmlformats.org/officeDocument/2006/relationships/font" Target="fonts/IBMPlexMono-bold.fntdata"/><Relationship Id="rId12" Type="http://schemas.openxmlformats.org/officeDocument/2006/relationships/slide" Target="slides/slide5.xml"/><Relationship Id="rId34" Type="http://schemas.openxmlformats.org/officeDocument/2006/relationships/font" Target="fonts/IBMPlexMono-regular.fntdata"/><Relationship Id="rId15" Type="http://schemas.openxmlformats.org/officeDocument/2006/relationships/slide" Target="slides/slide8.xml"/><Relationship Id="rId37" Type="http://schemas.openxmlformats.org/officeDocument/2006/relationships/font" Target="fonts/IBMPlexMono-boldItalic.fntdata"/><Relationship Id="rId14" Type="http://schemas.openxmlformats.org/officeDocument/2006/relationships/slide" Target="slides/slide7.xml"/><Relationship Id="rId36" Type="http://schemas.openxmlformats.org/officeDocument/2006/relationships/font" Target="fonts/IBMPlexMon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7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9" name="Google Shape;4329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8" name="Shape 4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9" name="Google Shape;4339;g3fb0ccc30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0" name="Google Shape;4340;g3fb0ccc30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3" name="Shape 4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4" name="Google Shape;4374;g3fb0ccc300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5" name="Google Shape;4375;g3fb0ccc300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1" name="Shape 4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" name="Google Shape;4392;g3fb0ccc3003_0_4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3" name="Google Shape;4393;g3fb0ccc3003_0_4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9" name="Shape 4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" name="Google Shape;4410;g3fb0ccc3003_0_4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1" name="Google Shape;4411;g3fb0ccc3003_0_4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7" name="Shape 4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8" name="Google Shape;4438;g3fb0ccc3003_0_3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9" name="Google Shape;4439;g3fb0ccc3003_0_3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5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6" name="Google Shape;4446;g3fb0ccc300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7" name="Google Shape;4447;g3fb0ccc300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9" name="Shape 4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0" name="Google Shape;4460;g3fb0ccc3003_0_1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1" name="Google Shape;4461;g3fb0ccc3003_0_1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4" name="Shape 4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5" name="Google Shape;4475;g3fb0ccc3003_0_90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6" name="Google Shape;4476;g3fb0ccc3003_0_905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7" name="Google Shape;4477;g3fb0ccc3003_0_90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7" name="Shape 4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8" name="Google Shape;4498;g3fb0ccc3003_0_16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9" name="Google Shape;4499;g3fb0ccc3003_0_16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1" name="Shape 4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2" name="Google Shape;4522;g3fb0ccc3003_0_91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3" name="Google Shape;4523;g3fb0ccc3003_0_911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4" name="Google Shape;4524;g3fb0ccc3003_0_91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8" name="Shape 4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9" name="Google Shape;4549;g3fb0ccc3003_0_913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0" name="Google Shape;4550;g3fb0ccc3003_0_913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1" name="Google Shape;4551;g3fb0ccc3003_0_913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0" name="Shape 4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1" name="Google Shape;4571;g3fb0ccc3003_0_91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2" name="Google Shape;4572;g3fb0ccc3003_0_915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3" name="Google Shape;4573;g3fb0ccc3003_0_91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7" name="Shape 4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8" name="Google Shape;4588;g24ed99bf1a4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9" name="Google Shape;4589;g24ed99bf1a4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86" name="Google Shape;86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87" name="Google Shape;87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8" name="Google Shape;88;p2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" name="Google Shape;89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2" name="Google Shape;92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95" name="Google Shape;9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" name="Google Shape;97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98" name="Google Shape;9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" name="Google Shape;109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110" name="Google Shape;110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" name="Google Shape;122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127" name="Google Shape;127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0" name="Google Shape;130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1" name="Google Shape;131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2" name="Google Shape;132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33" name="Google Shape;133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34" name="Google Shape;134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37" name="Google Shape;137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8" name="Google Shape;138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9" name="Google Shape;139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40" name="Google Shape;140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1" name="Google Shape;141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2" name="Google Shape;142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3" name="Google Shape;143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4" name="Google Shape;144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45" name="Google Shape;145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47" name="Google Shape;147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52" name="Google Shape;152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" name="Google Shape;153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" name="Google Shape;154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" name="Google Shape;155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" name="Google Shape;160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62" name="Google Shape;162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3" name="Google Shape;163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4" name="Google Shape;164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5" name="Google Shape;165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0" name="Google Shape;170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3" name="Google Shape;173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4" name="Google Shape;174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5" name="Google Shape;175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77" name="Google Shape;177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83" name="Google Shape;183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4" name="Google Shape;184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85" name="Google Shape;185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86" name="Google Shape;186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7" name="Google Shape;187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8" name="Google Shape;188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9" name="Google Shape;189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0" name="Google Shape;190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91" name="Google Shape;191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93" name="Google Shape;193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4" name="Google Shape;194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95" name="Google Shape;195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96" name="Google Shape;196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7" name="Google Shape;197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0" name="Google Shape;200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01" name="Google Shape;201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203" name="Google Shape;203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05" name="Google Shape;205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6" name="Google Shape;206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11" name="Google Shape;211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13" name="Google Shape;213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219" name="Google Shape;219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220" name="Google Shape;220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" name="Google Shape;221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22" name="Google Shape;222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" name="Google Shape;224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5" name="Google Shape;225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26" name="Google Shape;226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7" name="Google Shape;227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228" name="Google Shape;22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" name="Google Shape;22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0" name="Google Shape;230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31" name="Google Shape;231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" name="Google Shape;232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3" name="Google Shape;233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34" name="Google Shape;234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36" name="Google Shape;236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37" name="Google Shape;237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40" name="Google Shape;240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41" name="Google Shape;241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4" name="Google Shape;244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6" name="Google Shape;246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47" name="Google Shape;247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" name="Google Shape;252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3" name="Google Shape;253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4" name="Google Shape;254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5" name="Google Shape;255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56" name="Google Shape;256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57" name="Google Shape;257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8" name="Google Shape;258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2" name="Google Shape;262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63" name="Google Shape;263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64" name="Google Shape;264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65" name="Google Shape;265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8" name="Google Shape;268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69" name="Google Shape;269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70" name="Google Shape;270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72" name="Google Shape;272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73" name="Google Shape;273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74" name="Google Shape;274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75" name="Google Shape;275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6" name="Google Shape;276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7" name="Google Shape;277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8" name="Google Shape;278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9" name="Google Shape;279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80" name="Google Shape;280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81" name="Google Shape;281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82" name="Google Shape;282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83" name="Google Shape;283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4" name="Google Shape;284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5" name="Google Shape;285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6" name="Google Shape;286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87" name="Google Shape;287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88" name="Google Shape;288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89" name="Google Shape;289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90" name="Google Shape;290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91" name="Google Shape;291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92" name="Google Shape;292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93" name="Google Shape;293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94" name="Google Shape;294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95" name="Google Shape;295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96" name="Google Shape;296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97" name="Google Shape;297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98" name="Google Shape;298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99" name="Google Shape;299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300" name="Google Shape;300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301" name="Google Shape;301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2" name="Google Shape;302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3" name="Google Shape;303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4" name="Google Shape;304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05" name="Google Shape;305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306" name="Google Shape;306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307" name="Google Shape;307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308" name="Google Shape;308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0" name="Google Shape;310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311" name="Google Shape;311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312" name="Google Shape;312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" name="Google Shape;314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5" name="Google Shape;315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316" name="Google Shape;316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17" name="Google Shape;317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8" name="Google Shape;318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9" name="Google Shape;319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320" name="Google Shape;320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321" name="Google Shape;321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" name="Google Shape;323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324" name="Google Shape;324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5" name="Google Shape;325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6" name="Google Shape;326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329" name="Google Shape;329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0" name="Google Shape;330;p6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2" name="Google Shape;332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33" name="Google Shape;333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37" name="Google Shape;337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8" name="Google Shape;338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9" name="Google Shape;339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0" name="Google Shape;340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1" name="Google Shape;341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45" name="Google Shape;345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" name="Google Shape;346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47" name="Google Shape;347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" name="Google Shape;351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52" name="Google Shape;352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53" name="Google Shape;353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54" name="Google Shape;354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55" name="Google Shape;355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8" name="Google Shape;358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9" name="Google Shape;359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60" name="Google Shape;360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62" name="Google Shape;362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3" name="Google Shape;363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4" name="Google Shape;364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5" name="Google Shape;365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8" name="Google Shape;368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9" name="Google Shape;369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0" name="Google Shape;370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1" name="Google Shape;371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72" name="Google Shape;372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73" name="Google Shape;373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5" name="Google Shape;375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76" name="Google Shape;3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7" name="Google Shape;3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8" name="Google Shape;3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9" name="Google Shape;3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0" name="Google Shape;3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1" name="Google Shape;3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2" name="Google Shape;3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3" name="Google Shape;3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84" name="Google Shape;3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" name="Google Shape;385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86" name="Google Shape;386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0" name="Google Shape;390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91" name="Google Shape;39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2" name="Google Shape;39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93" name="Google Shape;39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94" name="Google Shape;39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5" name="Google Shape;39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6" name="Google Shape;39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7" name="Google Shape;39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8" name="Google Shape;39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99" name="Google Shape;39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401" name="Google Shape;40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02" name="Google Shape;40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03" name="Google Shape;40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04" name="Google Shape;40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5" name="Google Shape;40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6" name="Google Shape;40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7" name="Google Shape;40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8" name="Google Shape;40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409" name="Google Shape;40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" name="Google Shape;410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411" name="Google Shape;411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2" name="Google Shape;412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3" name="Google Shape;413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416" name="Google Shape;416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17" name="Google Shape;417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418" name="Google Shape;418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421" name="Google Shape;421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3" name="Google Shape;423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424" name="Google Shape;424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5" name="Google Shape;425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6" name="Google Shape;426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7" name="Google Shape;427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428" name="Google Shape;428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4" name="Google Shape;434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35" name="Google Shape;435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" name="Google Shape;437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38" name="Google Shape;438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42" name="Google Shape;442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43" name="Google Shape;443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44" name="Google Shape;444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6" name="Google Shape;446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8" name="Google Shape;448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49" name="Google Shape;449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3" name="Google Shape;453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54" name="Google Shape;454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55" name="Google Shape;455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56" name="Google Shape;456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7" name="Google Shape;457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58" name="Google Shape;458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9" name="Google Shape;459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60" name="Google Shape;46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2" name="Google Shape;462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63" name="Google Shape;463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5" name="Google Shape;465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66" name="Google Shape;466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68" name="Google Shape;468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69" name="Google Shape;469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" name="Google Shape;471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72" name="Google Shape;472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4" name="Google Shape;474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5" name="Google Shape;475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76" name="Google Shape;476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3" name="Google Shape;483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84" name="Google Shape;484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5" name="Google Shape;485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6" name="Google Shape;486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87" name="Google Shape;487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" name="Google Shape;490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91" name="Google Shape;491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4" name="Google Shape;494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97" name="Google Shape;497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8" name="Google Shape;498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9" name="Google Shape;499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06" name="Google Shape;506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507" name="Google Shape;507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508" name="Google Shape;508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0" name="Google Shape;510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511" name="Google Shape;511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8" name="Google Shape;518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519" name="Google Shape;519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6" name="Google Shape;526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527" name="Google Shape;527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9" name="Google Shape;529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530" name="Google Shape;530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31" name="Google Shape;531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32" name="Google Shape;53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33" name="Google Shape;53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4" name="Google Shape;53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5" name="Google Shape;53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6" name="Google Shape;53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7" name="Google Shape;53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8" name="Google Shape;53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39" name="Google Shape;539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40" name="Google Shape;54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41" name="Google Shape;54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2" name="Google Shape;54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3" name="Google Shape;54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4" name="Google Shape;54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5" name="Google Shape;54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46" name="Google Shape;54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7" name="Google Shape;547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48" name="Google Shape;548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49" name="Google Shape;549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0" name="Google Shape;550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1" name="Google Shape;551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2" name="Google Shape;552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3" name="Google Shape;553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54" name="Google Shape;554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5" name="Google Shape;555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56" name="Google Shape;5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57" name="Google Shape;5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62" name="Google Shape;5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3" name="Google Shape;563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64" name="Google Shape;564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65" name="Google Shape;565;p11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66" name="Google Shape;566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67" name="Google Shape;567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2" name="Google Shape;572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78" name="Google Shape;578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80" name="Google Shape;580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81" name="Google Shape;581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82" name="Google Shape;582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3" name="Google Shape;583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84" name="Google Shape;584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85" name="Google Shape;585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6" name="Google Shape;586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87" name="Google Shape;587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4" name="Google Shape;594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95" name="Google Shape;595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6" name="Google Shape;596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97" name="Google Shape;597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99" name="Google Shape;599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600" name="Google Shape;600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1" name="Google Shape;601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602" name="Google Shape;602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4" name="Google Shape;604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605" name="Google Shape;605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6" name="Google Shape;606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607" name="Google Shape;607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09" name="Google Shape;609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610" name="Google Shape;610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611" name="Google Shape;611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4" name="Google Shape;614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617" name="Google Shape;617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8" name="Google Shape;618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9" name="Google Shape;619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2" name="Google Shape;622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25" name="Google Shape;625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626" name="Google Shape;626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629" name="Google Shape;629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0" name="Google Shape;630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31" name="Google Shape;631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8" name="Google Shape;638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39" name="Google Shape;639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6" name="Google Shape;646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51" name="Google Shape;651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52" name="Google Shape;652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53" name="Google Shape;65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54" name="Google Shape;65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5" name="Google Shape;65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6" name="Google Shape;65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7" name="Google Shape;65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8" name="Google Shape;65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9" name="Google Shape;65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60" name="Google Shape;660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61" name="Google Shape;66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62" name="Google Shape;66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3" name="Google Shape;66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4" name="Google Shape;66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5" name="Google Shape;66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6" name="Google Shape;66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67" name="Google Shape;66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68" name="Google Shape;668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69" name="Google Shape;669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70" name="Google Shape;670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1" name="Google Shape;671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2" name="Google Shape;672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3" name="Google Shape;673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4" name="Google Shape;674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75" name="Google Shape;675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76" name="Google Shape;676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77" name="Google Shape;6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78" name="Google Shape;6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9" name="Google Shape;6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0" name="Google Shape;6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1" name="Google Shape;6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2" name="Google Shape;6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83" name="Google Shape;6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84" name="Google Shape;684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85" name="Google Shape;685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86" name="Google Shape;686;p15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7" name="Google Shape;687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8" name="Google Shape;688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89" name="Google Shape;689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93" name="Google Shape;693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94" name="Google Shape;694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95" name="Google Shape;695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8" name="Google Shape;698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99" name="Google Shape;699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0" name="Google Shape;700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701" name="Google Shape;701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03" name="Google Shape;703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706" name="Google Shape;706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7" name="Google Shape;707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708" name="Google Shape;708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9" name="Google Shape;709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710" name="Google Shape;710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12" name="Google Shape;712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713" name="Google Shape;713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716" name="Google Shape;716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7" name="Google Shape;717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8" name="Google Shape;718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719" name="Google Shape;719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720" name="Google Shape;72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7" name="Google Shape;727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728" name="Google Shape;728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35" name="Google Shape;735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36" name="Google Shape;736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43" name="Google Shape;743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44" name="Google Shape;744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45" name="Google Shape;745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6" name="Google Shape;746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9" name="Google Shape;749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50" name="Google Shape;750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51" name="Google Shape;751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2" name="Google Shape;752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53" name="Google Shape;753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60" name="Google Shape;760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61" name="Google Shape;761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8" name="Google Shape;768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9" name="Google Shape;769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70" name="Google Shape;770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2" name="Google Shape;772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73" name="Google Shape;773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5" name="Google Shape;775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76" name="Google Shape;776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7" name="Google Shape;777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78" name="Google Shape;778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79" name="Google Shape;779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81" name="Google Shape;781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83" name="Google Shape;783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84" name="Google Shape;784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91" name="Google Shape;791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92" name="Google Shape;792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93" name="Google Shape;793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4" name="Google Shape;794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97" name="Google Shape;797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8" name="Google Shape;798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99" name="Google Shape;799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800" name="Google Shape;800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02" name="Google Shape;802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803" name="Google Shape;803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4" name="Google Shape;804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05" name="Google Shape;8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06" name="Google Shape;806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807" name="Google Shape;807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0" name="Google Shape;810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811" name="Google Shape;81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3" name="Google Shape;813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814" name="Google Shape;814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6" name="Google Shape;816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817" name="Google Shape;817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9" name="Google Shape;819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820" name="Google Shape;820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821" name="Google Shape;821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3" name="Google Shape;823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824" name="Google Shape;824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7" name="Google Shape;827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828" name="Google Shape;828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0" name="Google Shape;830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1" name="Google Shape;831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832" name="Google Shape;832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34" name="Google Shape;834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7" name="Google Shape;837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39" name="Google Shape;839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40" name="Google Shape;840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2" name="Google Shape;842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43" name="Google Shape;843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48" name="Google Shape;848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49" name="Google Shape;849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2" name="Google Shape;852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3" name="Google Shape;853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5" name="Google Shape;855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56" name="Google Shape;856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59" name="Google Shape;859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6" name="Google Shape;866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67" name="Google Shape;867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6" name="Google Shape;876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7" name="Google Shape;877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78" name="Google Shape;878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80" name="Google Shape;880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7" name="Google Shape;887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88" name="Google Shape;888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89" name="Google Shape;889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90" name="Google Shape;89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2" name="Google Shape;892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93" name="Google Shape;893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5" name="Google Shape;895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96" name="Google Shape;896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98" name="Google Shape;898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9" name="Google Shape;899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900" name="Google Shape;900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2" name="Google Shape;902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903" name="Google Shape;903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5" name="Google Shape;905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906" name="Google Shape;906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0" name="Google Shape;910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911" name="Google Shape;911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4" name="Google Shape;914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915" name="Google Shape;915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0" name="Google Shape;920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1" name="Google Shape;921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922" name="Google Shape;922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5" name="Google Shape;925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926" name="Google Shape;926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8" name="Google Shape;928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929" name="Google Shape;929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1" name="Google Shape;931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32" name="Google Shape;932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34" name="Google Shape;934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5" name="Google Shape;935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36" name="Google Shape;936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7" name="Google Shape;937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38" name="Google Shape;938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40" name="Google Shape;940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41" name="Google Shape;941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2" name="Google Shape;942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3" name="Google Shape;943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44" name="Google Shape;944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5" name="Google Shape;945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6" name="Google Shape;946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47" name="Google Shape;947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49" name="Google Shape;949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50" name="Google Shape;950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1" name="Google Shape;951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3" name="Google Shape;953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54" name="Google Shape;954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5" name="Google Shape;955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56" name="Google Shape;956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57" name="Google Shape;957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9" name="Google Shape;959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60" name="Google Shape;960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3" name="Google Shape;963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64" name="Google Shape;964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65" name="Google Shape;965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66" name="Google Shape;966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67" name="Google Shape;967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8" name="Google Shape;968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9" name="Google Shape;969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0" name="Google Shape;970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1" name="Google Shape;971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72" name="Google Shape;972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73" name="Google Shape;973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74" name="Google Shape;974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75" name="Google Shape;975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76" name="Google Shape;976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77" name="Google Shape;977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8" name="Google Shape;978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79" name="Google Shape;979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0" name="Google Shape;980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1" name="Google Shape;981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82" name="Google Shape;982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3" name="Google Shape;983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84" name="Google Shape;984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85" name="Google Shape;985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86" name="Google Shape;986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87" name="Google Shape;987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8" name="Google Shape;988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89" name="Google Shape;989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0" name="Google Shape;990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1" name="Google Shape;991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2" name="Google Shape;992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3" name="Google Shape;993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94" name="Google Shape;994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96" name="Google Shape;996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97" name="Google Shape;997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9" name="Google Shape;99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01" name="Google Shape;1001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002" name="Google Shape;1002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1003" name="Google Shape;1003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1004" name="Google Shape;1004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6" name="Google Shape;1006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1007" name="Google Shape;1007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0" name="Google Shape;1010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1011" name="Google Shape;1011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12" name="Google Shape;1012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3" name="Google Shape;1013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14" name="Google Shape;1014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19" name="Google Shape;1019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0" name="Google Shape;1020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1021" name="Google Shape;1021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1022" name="Google Shape;1022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4" name="Google Shape;1024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1025" name="Google Shape;1025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1028" name="Google Shape;102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9" name="Google Shape;1029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1030" name="Google Shape;1030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31" name="Google Shape;1031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32" name="Google Shape;1032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33" name="Google Shape;1033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7" name="Google Shape;1037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38" name="Google Shape;1038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40" name="Google Shape;1040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41" name="Google Shape;1041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42" name="Google Shape;1042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43" name="Google Shape;1043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4" name="Google Shape;1044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5" name="Google Shape;1045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6" name="Google Shape;1046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7" name="Google Shape;1047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48" name="Google Shape;1048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1" name="Google Shape;1051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2" name="Google Shape;1052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3" name="Google Shape;1053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54" name="Google Shape;1054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55" name="Google Shape;1055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56" name="Google Shape;1056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7" name="Google Shape;1057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58" name="Google Shape;1058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59" name="Google Shape;1059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1" name="Google Shape;1061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62" name="Google Shape;1062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5" name="Google Shape;1065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66" name="Google Shape;1066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67" name="Google Shape;1067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68" name="Google Shape;1068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69" name="Google Shape;1069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0" name="Google Shape;1070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1" name="Google Shape;1071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2" name="Google Shape;1072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73" name="Google Shape;1073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74" name="Google Shape;1074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75" name="Google Shape;1075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76" name="Google Shape;1076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77" name="Google Shape;1077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78" name="Google Shape;1078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79" name="Google Shape;1079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0" name="Google Shape;1080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1" name="Google Shape;1081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2" name="Google Shape;1082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83" name="Google Shape;1083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84" name="Google Shape;1084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5" name="Google Shape;1085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86" name="Google Shape;1086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87" name="Google Shape;1087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88" name="Google Shape;1088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89" name="Google Shape;1089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0" name="Google Shape;1090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1" name="Google Shape;1091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2" name="Google Shape;1092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93" name="Google Shape;1093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94" name="Google Shape;1094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95" name="Google Shape;1095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96" name="Google Shape;1096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7" name="Google Shape;1097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98" name="Google Shape;1098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99" name="Google Shape;1099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101" name="Google Shape;1101;p23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2" name="Google Shape;1102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103" name="Google Shape;1103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4" name="Google Shape;1104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5" name="Google Shape;1105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6" name="Google Shape;1106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107" name="Google Shape;1107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108" name="Google Shape;1108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2" name="Google Shape;1112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113" name="Google Shape;1113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4" name="Google Shape;1114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15" name="Google Shape;1115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17" name="Google Shape;1117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18" name="Google Shape;1118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20" name="Google Shape;1120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1" name="Google Shape;1121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122" name="Google Shape;1122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23" name="Google Shape;1123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4" name="Google Shape;1124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" name="Google Shape;1126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127" name="Google Shape;1127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128" name="Google Shape;1128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29" name="Google Shape;1129;p2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0" name="Google Shape;1130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31" name="Google Shape;1131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2" name="Google Shape;1132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3" name="Google Shape;1133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4" name="Google Shape;1134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6" name="Google Shape;1136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7" name="Google Shape;1137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8" name="Google Shape;1138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39" name="Google Shape;1139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40" name="Google Shape;1140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41" name="Google Shape;1141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42" name="Google Shape;1142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4" name="Google Shape;1144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45" name="Google Shape;1145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2" name="Google Shape;1152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53" name="Google Shape;1153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0" name="Google Shape;1160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61" name="Google Shape;1161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7" name="Google Shape;1167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68" name="Google Shape;1168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0" name="Google Shape;1170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71" name="Google Shape;1171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3" name="Google Shape;1173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74" name="Google Shape;1174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75" name="Google Shape;1175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77" name="Google Shape;1177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9" name="Google Shape;1179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80" name="Google Shape;1180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9" name="Google Shape;1189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0" name="Google Shape;1190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1" name="Google Shape;119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2" name="Google Shape;1192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93" name="Google Shape;1193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94" name="Google Shape;1194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95" name="Google Shape;1195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96" name="Google Shape;1196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97" name="Google Shape;1197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98" name="Google Shape;1198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99" name="Google Shape;1199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200" name="Google Shape;1200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4" name="Google Shape;1204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205" name="Google Shape;1205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6" name="Google Shape;1206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7" name="Google Shape;1207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9" name="Google Shape;1209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210" name="Google Shape;1210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12" name="Google Shape;1212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214" name="Google Shape;1214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15" name="Google Shape;1215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7" name="Google Shape;1217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218" name="Google Shape;1218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5" name="Google Shape;1225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226" name="Google Shape;1226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3" name="Google Shape;1233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34" name="Google Shape;1234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37" name="Google Shape;1237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8" name="Google Shape;1238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9" name="Google Shape;1239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2" name="Google Shape;1242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3" name="Google Shape;1243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4" name="Google Shape;1244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5" name="Google Shape;1245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6" name="Google Shape;1246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7" name="Google Shape;1247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8" name="Google Shape;1248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49" name="Google Shape;1249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50" name="Google Shape;1250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51" name="Google Shape;1251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52" name="Google Shape;1252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53" name="Google Shape;1253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55" name="Google Shape;1255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56" name="Google Shape;1256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8" name="Google Shape;1258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59" name="Google Shape;125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61" name="Google Shape;1261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62" name="Google Shape;1262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64" name="Google Shape;1264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65" name="Google Shape;1265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6" name="Google Shape;1266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67" name="Google Shape;1267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68" name="Google Shape;1268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69" name="Google Shape;1269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70" name="Google Shape;1270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1" name="Google Shape;1271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74" name="Google Shape;1274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75" name="Google Shape;1275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77" name="Google Shape;1277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78" name="Google Shape;1278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80" name="Google Shape;1280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81" name="Google Shape;1281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2" name="Google Shape;1282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83" name="Google Shape;1283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4" name="Google Shape;1284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85" name="Google Shape;1285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86" name="Google Shape;1286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8" name="Google Shape;1288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89" name="Google Shape;1289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3" name="Google Shape;1293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5" name="Google Shape;1295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7" name="Google Shape;1297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8" name="Google Shape;1298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9" name="Google Shape;1299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00" name="Google Shape;1300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01" name="Google Shape;1301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02" name="Google Shape;1302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03" name="Google Shape;1303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04" name="Google Shape;1304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305" name="Google Shape;1305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306" name="Google Shape;1306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07" name="Google Shape;1307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308" name="Google Shape;1308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1" name="Google Shape;1311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312" name="Google Shape;1312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14" name="Google Shape;1314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315" name="Google Shape;1315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316" name="Google Shape;1316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19" name="Google Shape;1319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321" name="Google Shape;1321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322" name="Google Shape;1322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5" name="Google Shape;1325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6" name="Google Shape;1326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29" name="Google Shape;1329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330" name="Google Shape;1330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4" name="Google Shape;1334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37" name="Google Shape;1337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38" name="Google Shape;1338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39" name="Google Shape;1339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0" name="Google Shape;1340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3" name="Google Shape;1343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4" name="Google Shape;1344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5" name="Google Shape;1345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6" name="Google Shape;1346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7" name="Google Shape;1347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48" name="Google Shape;1348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9" name="Google Shape;1349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50" name="Google Shape;1350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2" name="Google Shape;1352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53" name="Google Shape;1353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4" name="Google Shape;1354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5" name="Google Shape;1355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59" name="Google Shape;1359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60" name="Google Shape;1360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61" name="Google Shape;1361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3" name="Google Shape;1363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64" name="Google Shape;1364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65" name="Google Shape;1365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72" name="Google Shape;1372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3" name="Google Shape;1373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74" name="Google Shape;1374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79" name="Google Shape;1379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80" name="Google Shape;1380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81" name="Google Shape;1381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82" name="Google Shape;1382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3" name="Google Shape;1383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4" name="Google Shape;1384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5" name="Google Shape;1385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6" name="Google Shape;1386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87" name="Google Shape;1387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8" name="Google Shape;1388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89" name="Google Shape;1389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90" name="Google Shape;1390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91" name="Google Shape;1391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92" name="Google Shape;1392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3" name="Google Shape;1393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4" name="Google Shape;1394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5" name="Google Shape;1395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6" name="Google Shape;1396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7" name="Google Shape;1397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8" name="Google Shape;1398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99" name="Google Shape;1399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00" name="Google Shape;1400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401" name="Google Shape;1401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5" name="Google Shape;1405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406" name="Google Shape;1406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07" name="Google Shape;1407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408" name="Google Shape;1408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10" name="Google Shape;1410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411" name="Google Shape;1411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13" name="Google Shape;1413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5" name="Google Shape;1415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416" name="Google Shape;1416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417" name="Google Shape;1417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1" name="Google Shape;1421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422" name="Google Shape;1422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3" name="Google Shape;1423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424" name="Google Shape;1424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5" name="Google Shape;1425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26" name="Google Shape;1426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427" name="Google Shape;1427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8" name="Google Shape;1428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29" name="Google Shape;1429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0" name="Google Shape;1430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31" name="Google Shape;1431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2" name="Google Shape;1432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3" name="Google Shape;1433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4" name="Google Shape;1434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35" name="Google Shape;1435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2" name="Google Shape;1442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43" name="Google Shape;1443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50" name="Google Shape;1450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51" name="Google Shape;1451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" name="Google Shape;1454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55" name="Google Shape;1455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6" name="Google Shape;1456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57" name="Google Shape;1457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58" name="Google Shape;1458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59" name="Google Shape;1459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61" name="Google Shape;1461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62" name="Google Shape;1462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4" name="Google Shape;1464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65" name="Google Shape;1465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7" name="Google Shape;1467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68" name="Google Shape;1468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69" name="Google Shape;146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4" name="Google Shape;147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5" name="Google Shape;147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6" name="Google Shape;1476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77" name="Google Shape;1477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84" name="Google Shape;1484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85" name="Google Shape;1485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9" name="Google Shape;1489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0" name="Google Shape;1490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92" name="Google Shape;1492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93" name="Google Shape;1493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94" name="Google Shape;1494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95" name="Google Shape;1495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1" name="Google Shape;1501;p3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502" name="Google Shape;1502;p3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503" name="Google Shape;1503;p3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04" name="Google Shape;1504;p3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05" name="Google Shape;1505;p3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08" name="Google Shape;1508;p3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0" name="Google Shape;1510;p3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11" name="Google Shape;1511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3" name="Google Shape;1513;p3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14" name="Google Shape;1514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6" name="Google Shape;1516;p3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17" name="Google Shape;1517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9" name="Google Shape;1519;p3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20" name="Google Shape;1520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523" name="Google Shape;1523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25" name="Google Shape;1525;p3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1526" name="Google Shape;1526;p3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7" name="Google Shape;1527;p3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29" name="Google Shape;1529;p3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1530" name="Google Shape;1530;p3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7" name="Google Shape;1537;p3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1539" name="Google Shape;1539;p3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1543" name="Google Shape;1543;p3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46" name="Google Shape;1546;p3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47" name="Google Shape;1547;p3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548" name="Google Shape;1548;p3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549" name="Google Shape;1549;p3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550" name="Google Shape;1550;p3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2" name="Google Shape;1552;p3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553" name="Google Shape;1553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54" name="Google Shape;1554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55" name="Google Shape;1555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6" name="Google Shape;1556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7" name="Google Shape;1557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8" name="Google Shape;1558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9" name="Google Shape;1559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0" name="Google Shape;1560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61" name="Google Shape;1561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2" name="Google Shape;1562;p3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563" name="Google Shape;1563;p3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7" name="Google Shape;1567;p3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568" name="Google Shape;1568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69" name="Google Shape;1569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70" name="Google Shape;1570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71" name="Google Shape;1571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2" name="Google Shape;1572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3" name="Google Shape;1573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4" name="Google Shape;1574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5" name="Google Shape;1575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76" name="Google Shape;1576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7" name="Google Shape;1577;p3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578" name="Google Shape;1578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79" name="Google Shape;1579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80" name="Google Shape;1580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81" name="Google Shape;1581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2" name="Google Shape;1582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3" name="Google Shape;1583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4" name="Google Shape;1584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5" name="Google Shape;1585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86" name="Google Shape;1586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3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9" name="Google Shape;1589;p3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90" name="Google Shape;1590;p3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1" name="Google Shape;1591;p3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592" name="Google Shape;1592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593" name="Google Shape;1593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5" name="Google Shape;1595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596" name="Google Shape;1596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8" name="Google Shape;1598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99" name="Google Shape;1599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00" name="Google Shape;1600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01" name="Google Shape;1601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02" name="Google Shape;1602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3" name="Google Shape;1603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4" name="Google Shape;1604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5" name="Google Shape;1605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6" name="Google Shape;1606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7" name="Google Shape;1607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8" name="Google Shape;1608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09" name="Google Shape;1609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10" name="Google Shape;1610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11" name="Google Shape;1611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12" name="Google Shape;1612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3" name="Google Shape;1613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4" name="Google Shape;1614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5" name="Google Shape;1615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6" name="Google Shape;1616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17" name="Google Shape;1617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8" name="Google Shape;1618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619" name="Google Shape;1619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20" name="Google Shape;1620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21" name="Google Shape;1621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22" name="Google Shape;1622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3" name="Google Shape;1623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4" name="Google Shape;1624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5" name="Google Shape;1625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6" name="Google Shape;1626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27" name="Google Shape;1627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8" name="Google Shape;1628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629" name="Google Shape;1629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4" name="Google Shape;1634;p3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635" name="Google Shape;1635;p3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636" name="Google Shape;1636;p3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37" name="Google Shape;1637;p3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638" name="Google Shape;1638;p3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0" name="Google Shape;1640;p3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1" name="Google Shape;1641;p3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642" name="Google Shape;1642;p3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43" name="Google Shape;1643;p3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644" name="Google Shape;1644;p3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5" name="Google Shape;1645;p3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46" name="Google Shape;1646;p3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647" name="Google Shape;1647;p3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8" name="Google Shape;1648;p3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49" name="Google Shape;1649;p3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650" name="Google Shape;1650;p3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1" name="Google Shape;1651;p3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52" name="Google Shape;1652;p3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53" name="Google Shape;1653;p3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3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56" name="Google Shape;1656;p3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7" name="Google Shape;1657;p3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0" name="Google Shape;1660;p3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2" name="Google Shape;1662;p3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663" name="Google Shape;1663;p3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8" name="Google Shape;1668;p3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69" name="Google Shape;1669;p3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70" name="Google Shape;1670;p3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71" name="Google Shape;1671;p3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672" name="Google Shape;1672;p3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673" name="Google Shape;1673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74" name="Google Shape;1674;p3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675" name="Google Shape;1675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8" name="Google Shape;1678;p3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679" name="Google Shape;1679;p3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680" name="Google Shape;1680;p3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681" name="Google Shape;1681;p3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2" name="Google Shape;1682;p3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3" name="Google Shape;1683;p3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4" name="Google Shape;1684;p3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685" name="Google Shape;1685;p3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686" name="Google Shape;1686;p3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7" name="Google Shape;1687;p3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88" name="Google Shape;1688;p3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689" name="Google Shape;1689;p3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690" name="Google Shape;1690;p3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691" name="Google Shape;1691;p3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1692" name="Google Shape;1692;p3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693" name="Google Shape;1693;p3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694" name="Google Shape;1694;p3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695" name="Google Shape;1695;p3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696" name="Google Shape;1696;p3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1697" name="Google Shape;1697;p3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98" name="Google Shape;1698;p3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1699" name="Google Shape;1699;p3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0" name="Google Shape;1700;p3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1" name="Google Shape;1701;p3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2" name="Google Shape;1702;p3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703" name="Google Shape;1703;p3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704" name="Google Shape;1704;p3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705" name="Google Shape;1705;p3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706" name="Google Shape;1706;p3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1707" name="Google Shape;1707;p3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08" name="Google Shape;1708;p3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09" name="Google Shape;1709;p3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10" name="Google Shape;1710;p3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11" name="Google Shape;1711;p3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1712" name="Google Shape;1712;p3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713" name="Google Shape;1713;p3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714" name="Google Shape;1714;p3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715" name="Google Shape;1715;p3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716" name="Google Shape;1716;p3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1717" name="Google Shape;1717;p3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18" name="Google Shape;1718;p3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19" name="Google Shape;1719;p3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20" name="Google Shape;1720;p3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1721" name="Google Shape;1721;p3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1722" name="Google Shape;1722;p3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723" name="Google Shape;1723;p3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1724" name="Google Shape;1724;p3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3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6" name="Google Shape;1726;p3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1727" name="Google Shape;1727;p3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1728" name="Google Shape;1728;p3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3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0" name="Google Shape;1730;p3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1" name="Google Shape;1731;p3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1732" name="Google Shape;1732;p3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33" name="Google Shape;1733;p3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4" name="Google Shape;1734;p3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35" name="Google Shape;1735;p3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1736" name="Google Shape;1736;p3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1737" name="Google Shape;1737;p3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3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9" name="Google Shape;1739;p3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1740" name="Google Shape;1740;p3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41" name="Google Shape;1741;p3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2" name="Google Shape;1742;p3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4" name="Google Shape;1744;p3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1745" name="Google Shape;1745;p3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46" name="Google Shape;1746;p38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7" name="Google Shape;174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48" name="Google Shape;1748;p3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1749" name="Google Shape;1749;p3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1750" name="Google Shape;1750;p3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3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2" name="Google Shape;1752;p3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1753" name="Google Shape;1753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54" name="Google Shape;1754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55" name="Google Shape;1755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56" name="Google Shape;1756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7" name="Google Shape;1757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8" name="Google Shape;1758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9" name="Google Shape;1759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0" name="Google Shape;1760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61" name="Google Shape;1761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2" name="Google Shape;1762;p3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1763" name="Google Shape;1763;p3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7" name="Google Shape;1767;p3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1768" name="Google Shape;1768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69" name="Google Shape;1769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70" name="Google Shape;1770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71" name="Google Shape;1771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2" name="Google Shape;1772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3" name="Google Shape;1773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4" name="Google Shape;1774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5" name="Google Shape;1775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76" name="Google Shape;1776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7" name="Google Shape;1777;p3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1778" name="Google Shape;1778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79" name="Google Shape;1779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80" name="Google Shape;1780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81" name="Google Shape;1781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2" name="Google Shape;1782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3" name="Google Shape;1783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4" name="Google Shape;1784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5" name="Google Shape;1785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86" name="Google Shape;1786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7" name="Google Shape;1787;p3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1788" name="Google Shape;1788;p3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1789" name="Google Shape;1789;p3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1" name="Google Shape;1791;p3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1792" name="Google Shape;1792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93" name="Google Shape;1793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94" name="Google Shape;1794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95" name="Google Shape;1795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6" name="Google Shape;1796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7" name="Google Shape;1797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8" name="Google Shape;1798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9" name="Google Shape;1799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00" name="Google Shape;1800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1" name="Google Shape;1801;p3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1802" name="Google Shape;1802;p3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6" name="Google Shape;1806;p3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1807" name="Google Shape;1807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08" name="Google Shape;1808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809" name="Google Shape;1809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810" name="Google Shape;1810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1" name="Google Shape;1811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2" name="Google Shape;1812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3" name="Google Shape;1813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14" name="Google Shape;1814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15" name="Google Shape;1815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6" name="Google Shape;1816;p3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1817" name="Google Shape;1817;p3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18" name="Google Shape;1818;p3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819" name="Google Shape;1819;p3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820" name="Google Shape;1820;p3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1" name="Google Shape;1821;p3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2" name="Google Shape;1822;p3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3" name="Google Shape;1823;p3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24" name="Google Shape;1824;p3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25" name="Google Shape;1825;p3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6" name="Google Shape;1826;p3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1827" name="Google Shape;1827;p3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28" name="Google Shape;1828;p3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9" name="Google Shape;1829;p3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3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832" name="Google Shape;1832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33" name="Google Shape;1833;p3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1834" name="Google Shape;1834;p3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6" name="Google Shape;1836;p3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1837" name="Google Shape;1837;p3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9" name="Google Shape;1839;p3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1840" name="Google Shape;1840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41" name="Google Shape;1841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42" name="Google Shape;1842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3" name="Google Shape;1843;p3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1844" name="Google Shape;1844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5" name="Google Shape;1845;p3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0" name="Google Shape;1850;p3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851" name="Google Shape;1851;p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3" name="Google Shape;1853;p3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854" name="Google Shape;1854;p3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4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858" name="Google Shape;1858;p4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1859" name="Google Shape;1859;p4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1860" name="Google Shape;1860;p4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4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2" name="Google Shape;1862;p4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4" name="Google Shape;1864;p4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1865" name="Google Shape;1865;p4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4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41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9" name="Google Shape;1869;p41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870" name="Google Shape;1870;p4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871" name="Google Shape;1871;p4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1872" name="Google Shape;1872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3" name="Google Shape;1873;p4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1874" name="Google Shape;1874;p4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875" name="Google Shape;1875;p4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876" name="Google Shape;1876;p4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7" name="Google Shape;1877;p4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78" name="Google Shape;1878;p4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879" name="Google Shape;1879;p4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0" name="Google Shape;1880;p4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81" name="Google Shape;1881;p4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882" name="Google Shape;1882;p4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3" name="Google Shape;1883;p4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84" name="Google Shape;1884;p4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1885" name="Google Shape;1885;p4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4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7" name="Google Shape;1887;p4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1888" name="Google Shape;1888;p4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4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0" name="Google Shape;1890;p4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1" name="Google Shape;1891;p4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1892" name="Google Shape;1892;p4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4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4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4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4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4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4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99" name="Google Shape;1899;p4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1900" name="Google Shape;1900;p4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01" name="Google Shape;1901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2" name="Google Shape;1902;p4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1903" name="Google Shape;1903;p4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4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4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6" name="Google Shape;1906;p4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1907" name="Google Shape;1907;p4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4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4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0" name="Google Shape;1910;p4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2" name="Google Shape;1912;p4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1913" name="Google Shape;1913;p4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4" name="Google Shape;1914;p4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4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4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18" name="Google Shape;1918;p4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921" name="Google Shape;1921;p4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922" name="Google Shape;1922;p4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1923" name="Google Shape;1923;p4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1924" name="Google Shape;1924;p4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4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26" name="Google Shape;1926;p4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1927" name="Google Shape;1927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34" name="Google Shape;1934;p4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1935" name="Google Shape;1935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0" name="Google Shape;1940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1" name="Google Shape;1941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42" name="Google Shape;1942;p4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1943" name="Google Shape;1943;p4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4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45" name="Google Shape;1945;p4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1946" name="Google Shape;1946;p4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1947" name="Google Shape;1947;p4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1948" name="Google Shape;1948;p4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949" name="Google Shape;1949;p4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0" name="Google Shape;1950;p4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1" name="Google Shape;1951;p4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2" name="Google Shape;1952;p4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3" name="Google Shape;1953;p4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954" name="Google Shape;1954;p4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55" name="Google Shape;1955;p4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1956" name="Google Shape;1956;p4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957" name="Google Shape;1957;p4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8" name="Google Shape;1958;p4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9" name="Google Shape;1959;p4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0" name="Google Shape;1960;p4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1" name="Google Shape;1961;p4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962" name="Google Shape;1962;p4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63" name="Google Shape;1963;p4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1964" name="Google Shape;1964;p4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965" name="Google Shape;1965;p4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6" name="Google Shape;1966;p4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7" name="Google Shape;1967;p4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8" name="Google Shape;1968;p4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69" name="Google Shape;1969;p4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970" name="Google Shape;1970;p4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71" name="Google Shape;1971;p4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1972" name="Google Shape;1972;p4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973" name="Google Shape;1973;p4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74" name="Google Shape;1974;p4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75" name="Google Shape;1975;p4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76" name="Google Shape;1976;p4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77" name="Google Shape;1977;p4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978" name="Google Shape;1978;p4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79" name="Google Shape;1979;p4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1980" name="Google Shape;1980;p4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981" name="Google Shape;1981;p43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82" name="Google Shape;1982;p4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1983" name="Google Shape;1983;p4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4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8" name="Google Shape;1988;p4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9" name="Google Shape;1989;p4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0" name="Google Shape;1990;p4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1" name="Google Shape;1991;p4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2" name="Google Shape;1992;p4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993" name="Google Shape;1993;p4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994" name="Google Shape;1994;p4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995" name="Google Shape;1995;p4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996" name="Google Shape;1996;p4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997" name="Google Shape;1997;p4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998" name="Google Shape;1998;p4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99" name="Google Shape;1999;p4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000" name="Google Shape;2000;p4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2001" name="Google Shape;2001;p4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02" name="Google Shape;2002;p4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2003" name="Google Shape;2003;p4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4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4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4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4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4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0" name="Google Shape;2010;p4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2011" name="Google Shape;2011;p4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12" name="Google Shape;2012;p4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2013" name="Google Shape;2013;p4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4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15" name="Google Shape;2015;p4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2016" name="Google Shape;2016;p4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17" name="Google Shape;2017;p4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2018" name="Google Shape;2018;p4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9" name="Google Shape;2019;p4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20" name="Google Shape;2020;p4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2021" name="Google Shape;2021;p4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22" name="Google Shape;2022;p4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2023" name="Google Shape;2023;p4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4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25" name="Google Shape;2025;p4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2026" name="Google Shape;2026;p4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2027" name="Google Shape;2027;p4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4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4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0" name="Google Shape;2030;p4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2" name="Google Shape;2032;p4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2033" name="Google Shape;2033;p4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34" name="Google Shape;2034;p4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5" name="Google Shape;2035;p4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4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8" name="Google Shape;2038;p4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41" name="Google Shape;2041;p4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2042" name="Google Shape;2042;p4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4" name="Google Shape;2044;p4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2045" name="Google Shape;2045;p4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6" name="Google Shape;2046;p4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2047" name="Google Shape;2047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4" name="Google Shape;2054;p4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2055" name="Google Shape;2055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2" name="Google Shape;2062;p4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4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2067" name="Google Shape;2067;p4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2068" name="Google Shape;2068;p4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2069" name="Google Shape;2069;p4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70" name="Google Shape;2070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1" name="Google Shape;2071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2" name="Google Shape;2072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3" name="Google Shape;2073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4" name="Google Shape;2074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75" name="Google Shape;2075;p4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76" name="Google Shape;2076;p4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2077" name="Google Shape;2077;p4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78" name="Google Shape;2078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79" name="Google Shape;2079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0" name="Google Shape;2080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1" name="Google Shape;2081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2" name="Google Shape;2082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83" name="Google Shape;2083;p4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84" name="Google Shape;2084;p4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2085" name="Google Shape;2085;p4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86" name="Google Shape;2086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7" name="Google Shape;2087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8" name="Google Shape;2088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9" name="Google Shape;2089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0" name="Google Shape;2090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91" name="Google Shape;2091;p4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92" name="Google Shape;2092;p4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2093" name="Google Shape;2093;p4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94" name="Google Shape;2094;p4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5" name="Google Shape;2095;p4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6" name="Google Shape;2096;p4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7" name="Google Shape;2097;p4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8" name="Google Shape;2098;p4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99" name="Google Shape;2099;p4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00" name="Google Shape;2100;p4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2101" name="Google Shape;2101;p4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02" name="Google Shape;2102;p47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03" name="Google Shape;2103;p4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4" name="Google Shape;2104;p4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2105" name="Google Shape;2105;p4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4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09" name="Google Shape;2109;p4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2110" name="Google Shape;2110;p4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2111" name="Google Shape;2111;p4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4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4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4" name="Google Shape;2114;p4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2115" name="Google Shape;2115;p4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16" name="Google Shape;2116;p4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2117" name="Google Shape;2117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8" name="Google Shape;2118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119" name="Google Shape;2119;p4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1" name="Google Shape;2121;p4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2122" name="Google Shape;2122;p4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3" name="Google Shape;2123;p4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2124" name="Google Shape;2124;p4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25" name="Google Shape;2125;p4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2126" name="Google Shape;2126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128" name="Google Shape;2128;p4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2129" name="Google Shape;2129;p4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1" name="Google Shape;2131;p4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2132" name="Google Shape;2132;p4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3" name="Google Shape;2133;p4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4" name="Google Shape;2134;p4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2135" name="Google Shape;2135;p4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136" name="Google Shape;2136;p4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4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4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4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4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4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4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43" name="Google Shape;2143;p4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144" name="Google Shape;2144;p4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4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4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4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4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4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4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51" name="Google Shape;2151;p4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2152" name="Google Shape;2152;p4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4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4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4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4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4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8" name="Google Shape;2158;p4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59" name="Google Shape;2159;p4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2160" name="Google Shape;2160;p4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61" name="Google Shape;2161;p4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62" name="Google Shape;2162;p4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65" name="Google Shape;2165;p4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2166" name="Google Shape;2166;p4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2167" name="Google Shape;2167;p4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68" name="Google Shape;2168;p4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2169" name="Google Shape;2169;p4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0" name="Google Shape;2170;p4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1" name="Google Shape;2171;p4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2" name="Google Shape;2172;p4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3" name="Google Shape;2173;p4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4" name="Google Shape;2174;p4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4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76" name="Google Shape;2176;p4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2177" name="Google Shape;2177;p4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8" name="Google Shape;2178;p4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9" name="Google Shape;2179;p4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4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4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2" name="Google Shape;2182;p4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3" name="Google Shape;2183;p4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4" name="Google Shape;2184;p4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5" name="Google Shape;2185;p4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2186" name="Google Shape;2186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8" name="Google Shape;2188;p4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2189" name="Google Shape;2189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91" name="Google Shape;2191;p4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2192" name="Google Shape;2192;p4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93" name="Google Shape;2193;p4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2194" name="Google Shape;2194;p4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2195" name="Google Shape;2195;p4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6" name="Google Shape;2196;p4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97" name="Google Shape;2197;p4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4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99" name="Google Shape;2199;p4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2200" name="Google Shape;2200;p4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1" name="Google Shape;2201;p4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2" name="Google Shape;2202;p4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3" name="Google Shape;2203;p4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4" name="Google Shape;2204;p4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5" name="Google Shape;2205;p4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6" name="Google Shape;2206;p4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207" name="Google Shape;2207;p4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2208" name="Google Shape;2208;p4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09" name="Google Shape;2209;p4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10" name="Google Shape;2210;p4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2" name="Google Shape;2212;p5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2213" name="Google Shape;2213;p5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4" name="Google Shape;2214;p5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2215" name="Google Shape;2215;p5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2216" name="Google Shape;2216;p5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7" name="Google Shape;2217;p5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18" name="Google Shape;2218;p5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2219" name="Google Shape;2219;p5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0" name="Google Shape;2220;p5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221" name="Google Shape;2221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22" name="Google Shape;2222;p5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2223" name="Google Shape;2223;p5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4" name="Google Shape;2224;p5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6" name="Google Shape;2226;p5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2227" name="Google Shape;2227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9" name="Google Shape;2229;p5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2230" name="Google Shape;2230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2" name="Google Shape;2232;p5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2233" name="Google Shape;2233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5" name="Google Shape;2235;p5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2236" name="Google Shape;2236;p5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2237" name="Google Shape;2237;p5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5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9" name="Google Shape;2239;p5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2240" name="Google Shape;2240;p5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5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5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3" name="Google Shape;2243;p5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2244" name="Google Shape;2244;p5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5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6" name="Google Shape;2246;p5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7" name="Google Shape;2247;p5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2248" name="Google Shape;2248;p5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5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50" name="Google Shape;2250;p5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53" name="Google Shape;2253;p5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4" name="Google Shape;2254;p5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55" name="Google Shape;2255;p5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2256" name="Google Shape;2256;p5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8" name="Google Shape;2258;p5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2259" name="Google Shape;2259;p5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3" name="Google Shape;2263;p5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2264" name="Google Shape;2264;p5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2265" name="Google Shape;2265;p5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5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5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268" name="Google Shape;2268;p5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9" name="Google Shape;2269;p5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1" name="Google Shape;2271;p5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2272" name="Google Shape;2272;p5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5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4" name="Google Shape;2274;p5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2275" name="Google Shape;2275;p5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5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5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5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5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5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5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2" name="Google Shape;2282;p5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2283" name="Google Shape;2283;p5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5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5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5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5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5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5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5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92" name="Google Shape;2292;p5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93" name="Google Shape;2293;p5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2294" name="Google Shape;2294;p5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95" name="Google Shape;2295;p5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2296" name="Google Shape;2296;p5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5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5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5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5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5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5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3" name="Google Shape;2303;p5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2304" name="Google Shape;2304;p5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05" name="Google Shape;2305;p5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306" name="Google Shape;2306;p5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7" name="Google Shape;2307;p5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08" name="Google Shape;2308;p5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2309" name="Google Shape;2309;p5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0" name="Google Shape;2310;p5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11" name="Google Shape;2311;p5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2312" name="Google Shape;2312;p5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3" name="Google Shape;2313;p5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314" name="Google Shape;2314;p5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5" name="Google Shape;2315;p5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2316" name="Google Shape;2316;p5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5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8" name="Google Shape;2318;p5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2319" name="Google Shape;2319;p5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5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1" name="Google Shape;2321;p5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2322" name="Google Shape;2322;p5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3" name="Google Shape;2323;p5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6" name="Google Shape;2326;p5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2327" name="Google Shape;2327;p5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5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5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0" name="Google Shape;2330;p5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2331" name="Google Shape;2331;p5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5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5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6" name="Google Shape;2336;p5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2337" name="Google Shape;2337;p5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2338" name="Google Shape;2338;p5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5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5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1" name="Google Shape;2341;p5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2342" name="Google Shape;2342;p5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5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4" name="Google Shape;2344;p5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2345" name="Google Shape;2345;p5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5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7" name="Google Shape;2347;p5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2348" name="Google Shape;2348;p5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5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350" name="Google Shape;2350;p5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1" name="Google Shape;2351;p5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2352" name="Google Shape;2352;p5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53" name="Google Shape;2353;p5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2354" name="Google Shape;2354;p5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5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56" name="Google Shape;2356;p5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2357" name="Google Shape;2357;p5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8" name="Google Shape;2358;p5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59" name="Google Shape;2359;p5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2360" name="Google Shape;2360;p5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1" name="Google Shape;2361;p5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62" name="Google Shape;2362;p5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2363" name="Google Shape;2363;p5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4" name="Google Shape;2364;p5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65" name="Google Shape;2365;p5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2366" name="Google Shape;2366;p5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67" name="Google Shape;2367;p5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9" name="Google Shape;2369;p5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2370" name="Google Shape;2370;p5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71" name="Google Shape;2371;p5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2372" name="Google Shape;2372;p5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2373" name="Google Shape;2373;p5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4" name="Google Shape;2374;p5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5" name="Google Shape;2375;p5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2376" name="Google Shape;2376;p5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7" name="Google Shape;2377;p5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8" name="Google Shape;2378;p5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9" name="Google Shape;2379;p5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380" name="Google Shape;2380;p5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381" name="Google Shape;2381;p5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382" name="Google Shape;2382;p5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383" name="Google Shape;2383;p5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84" name="Google Shape;2384;p5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85" name="Google Shape;2385;p5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86" name="Google Shape;2386;p5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87" name="Google Shape;2387;p5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388" name="Google Shape;2388;p5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89" name="Google Shape;2389;p5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2390" name="Google Shape;2390;p5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391" name="Google Shape;2391;p5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392" name="Google Shape;2392;p5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393" name="Google Shape;2393;p5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94" name="Google Shape;2394;p5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95" name="Google Shape;2395;p5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96" name="Google Shape;2396;p5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97" name="Google Shape;2397;p5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398" name="Google Shape;2398;p5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9" name="Google Shape;2399;p5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400" name="Google Shape;2400;p5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401" name="Google Shape;2401;p5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402" name="Google Shape;2402;p5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403" name="Google Shape;2403;p5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04" name="Google Shape;2404;p5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05" name="Google Shape;2405;p5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06" name="Google Shape;2406;p5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07" name="Google Shape;2407;p5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408" name="Google Shape;2408;p5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09" name="Google Shape;2409;p5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410" name="Google Shape;2410;p5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5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12" name="Google Shape;2412;p5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413" name="Google Shape;2413;p5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5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15" name="Google Shape;241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16" name="Google Shape;2416;p5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17" name="Google Shape;2417;p5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2418" name="Google Shape;2418;p5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2419" name="Google Shape;2419;p5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2420" name="Google Shape;2420;p5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5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2" name="Google Shape;2422;p5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2423" name="Google Shape;2423;p5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5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5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6" name="Google Shape;2426;p5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2427" name="Google Shape;2427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28" name="Google Shape;2428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429" name="Google Shape;2429;p5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430" name="Google Shape;2430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1" name="Google Shape;2431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2" name="Google Shape;2432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3" name="Google Shape;2433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34" name="Google Shape;2434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435" name="Google Shape;2435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6" name="Google Shape;2436;p5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2437" name="Google Shape;2437;p5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2438" name="Google Shape;2438;p5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5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0" name="Google Shape;2440;p5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2441" name="Google Shape;2441;p5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5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43" name="Google Shape;2443;p5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2444" name="Google Shape;2444;p5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45" name="Google Shape;2445;p5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2446" name="Google Shape;2446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47" name="Google Shape;2447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448" name="Google Shape;2448;p5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449" name="Google Shape;2449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0" name="Google Shape;2450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1" name="Google Shape;2451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2" name="Google Shape;2452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53" name="Google Shape;2453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454" name="Google Shape;2454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5" name="Google Shape;2455;p5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2456" name="Google Shape;2456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57" name="Google Shape;2457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458" name="Google Shape;2458;p5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459" name="Google Shape;2459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0" name="Google Shape;2460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1" name="Google Shape;2461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2" name="Google Shape;2462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3" name="Google Shape;2463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464" name="Google Shape;2464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67" name="Google Shape;2467;p5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68" name="Google Shape;2468;p5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69" name="Google Shape;2469;p5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470" name="Google Shape;2470;p5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471" name="Google Shape;2471;p5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2472" name="Google Shape;2472;p5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73" name="Google Shape;2473;p5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2474" name="Google Shape;2474;p5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2475" name="Google Shape;2475;p5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6" name="Google Shape;2476;p5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77" name="Google Shape;2477;p5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2478" name="Google Shape;2478;p5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9" name="Google Shape;2479;p5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0" name="Google Shape;2480;p5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81" name="Google Shape;2481;p5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482" name="Google Shape;2482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483" name="Google Shape;2483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484" name="Google Shape;2484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485" name="Google Shape;2485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86" name="Google Shape;2486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87" name="Google Shape;2487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88" name="Google Shape;2488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89" name="Google Shape;2489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490" name="Google Shape;2490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91" name="Google Shape;2491;p5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2492" name="Google Shape;2492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493" name="Google Shape;2493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494" name="Google Shape;2494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495" name="Google Shape;2495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96" name="Google Shape;2496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97" name="Google Shape;2497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98" name="Google Shape;2498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99" name="Google Shape;2499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500" name="Google Shape;2500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01" name="Google Shape;2501;p5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502" name="Google Shape;2502;p5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503" name="Google Shape;2503;p5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2504" name="Google Shape;2504;p5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505" name="Google Shape;2505;p5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506" name="Google Shape;2506;p5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507" name="Google Shape;2507;p5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508" name="Google Shape;2508;p5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509" name="Google Shape;2509;p5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2510" name="Google Shape;2510;p5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1" name="Google Shape;2511;p5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512" name="Google Shape;2512;p5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3" name="Google Shape;2513;p5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514" name="Google Shape;2514;p5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515" name="Google Shape;2515;p5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5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517" name="Google Shape;2517;p55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8" name="Google Shape;2518;p5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2519" name="Google Shape;2519;p5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20" name="Google Shape;2520;p5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21" name="Google Shape;2521;p5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2" name="Google Shape;2522;p5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2523" name="Google Shape;2523;p5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2524" name="Google Shape;2524;p5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5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5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5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8" name="Google Shape;2528;p5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2529" name="Google Shape;2529;p5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30" name="Google Shape;2530;p5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2531" name="Google Shape;2531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2" name="Google Shape;2532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33" name="Google Shape;2533;p5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2534" name="Google Shape;2534;p5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5" name="Google Shape;2535;p5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536" name="Google Shape;2536;p5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7" name="Google Shape;2537;p5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2538" name="Google Shape;2538;p5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39" name="Google Shape;2539;p5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0" name="Google Shape;2540;p5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2" name="Google Shape;2542;p5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2543" name="Google Shape;2543;p5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2544" name="Google Shape;2544;p5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545" name="Google Shape;2545;p56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46" name="Google Shape;2546;p5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2547" name="Google Shape;2547;p5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48" name="Google Shape;2548;p5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9" name="Google Shape;2549;p5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50" name="Google Shape;2550;p5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1" name="Google Shape;2551;p5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2" name="Google Shape;2552;p5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3" name="Google Shape;2553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4" name="Google Shape;2554;p5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55" name="Google Shape;2555;p5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56" name="Google Shape;2556;p5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557" name="Google Shape;2557;p5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2558" name="Google Shape;2558;p5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5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0" name="Google Shape;2560;p5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2561" name="Google Shape;2561;p5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5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5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5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5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5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5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68" name="Google Shape;2568;p5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2569" name="Google Shape;2569;p5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5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5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5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5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5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5" name="Google Shape;2575;p5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76" name="Google Shape;2576;p5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2577" name="Google Shape;2577;p5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8" name="Google Shape;2578;p5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5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5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5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5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83" name="Google Shape;2583;p5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2584" name="Google Shape;2584;p5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5" name="Google Shape;2585;p5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6" name="Google Shape;2586;p5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2587" name="Google Shape;2587;p5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8" name="Google Shape;2588;p5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89" name="Google Shape;2589;p5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2590" name="Google Shape;2590;p5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2591" name="Google Shape;2591;p5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5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3" name="Google Shape;2593;p5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5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95" name="Google Shape;2595;p5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2596" name="Google Shape;2596;p5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5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5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5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5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5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5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5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5" name="Google Shape;2605;p5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6" name="Google Shape;2606;p5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7" name="Google Shape;2607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08" name="Google Shape;2608;p5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09" name="Google Shape;2609;p5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10" name="Google Shape;2610;p5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11" name="Google Shape;2611;p5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2" name="Google Shape;2612;p5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3" name="Google Shape;2613;p5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2614" name="Google Shape;2614;p5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2615" name="Google Shape;2615;p5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2616" name="Google Shape;2616;p5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5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5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5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0" name="Google Shape;2620;p5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2621" name="Google Shape;2621;p5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22" name="Google Shape;2622;p5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2623" name="Google Shape;2623;p5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4" name="Google Shape;2624;p5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25" name="Google Shape;2625;p5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2626" name="Google Shape;2626;p5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7" name="Google Shape;2627;p5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628" name="Google Shape;2628;p5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9" name="Google Shape;2629;p5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2630" name="Google Shape;2630;p5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31" name="Google Shape;2631;p5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2" name="Google Shape;2632;p5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3" name="Google Shape;2633;p5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2634" name="Google Shape;2634;p5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5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5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5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5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9" name="Google Shape;2639;p5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0" name="Google Shape;2640;p5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1" name="Google Shape;2641;p5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2642" name="Google Shape;2642;p5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5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5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5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5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5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5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49" name="Google Shape;2649;p5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2650" name="Google Shape;2650;p5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2" name="Google Shape;2652;p5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2653" name="Google Shape;2653;p5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54" name="Google Shape;2654;p5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55" name="Google Shape;2655;p5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56" name="Shape 2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Google Shape;2657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58" name="Google Shape;2658;p5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9" name="Google Shape;2659;p5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0" name="Google Shape;2660;p5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1" name="Google Shape;2661;p5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2" name="Google Shape;2662;p5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63" name="Google Shape;2663;p5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64" name="Google Shape;2664;p5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65" name="Google Shape;2665;p5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666" name="Google Shape;2666;p5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2667" name="Google Shape;2667;p5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68" name="Google Shape;2668;p5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2669" name="Google Shape;2669;p5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0" name="Google Shape;2670;p5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71" name="Google Shape;2671;p5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2672" name="Google Shape;2672;p5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3" name="Google Shape;2673;p5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74" name="Google Shape;2674;p5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2675" name="Google Shape;2675;p5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6" name="Google Shape;2676;p5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77" name="Google Shape;2677;p5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2678" name="Google Shape;2678;p5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9" name="Google Shape;2679;p5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80" name="Google Shape;2680;p5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2681" name="Google Shape;2681;p5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2" name="Google Shape;2682;p5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2683" name="Google Shape;2683;p5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2684" name="Google Shape;2684;p5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2685" name="Google Shape;2685;p5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2686" name="Google Shape;2686;p5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7" name="Google Shape;2687;p5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8" name="Google Shape;2688;p5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9" name="Google Shape;2689;p5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90" name="Google Shape;2690;p5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2691" name="Google Shape;2691;p5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2" name="Google Shape;2692;p5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93" name="Google Shape;2693;p5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2694" name="Google Shape;2694;p5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5" name="Google Shape;2695;p5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96" name="Google Shape;2696;p5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697" name="Google Shape;2697;p5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8" name="Google Shape;2698;p5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2699" name="Google Shape;2699;p5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0" name="Google Shape;2700;p5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2701" name="Google Shape;2701;p5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2702" name="Google Shape;2702;p5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5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4" name="Google Shape;2704;p5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2705" name="Google Shape;2705;p5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6" name="Google Shape;2706;p5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09" name="Google Shape;2709;p5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0" name="Google Shape;2710;p5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1" name="Google Shape;2711;p5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2" name="Google Shape;2712;p5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3" name="Google Shape;2713;p5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4" name="Google Shape;2714;p5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5" name="Google Shape;2715;p5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6" name="Google Shape;2716;p5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7" name="Google Shape;2717;p5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8" name="Google Shape;2718;p5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9" name="Google Shape;2719;p5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20" name="Google Shape;2720;p5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721" name="Google Shape;2721;p5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2722" name="Google Shape;2722;p5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23" name="Google Shape;2723;p5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2724" name="Google Shape;2724;p5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5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5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7" name="Google Shape;2727;p5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2728" name="Google Shape;2728;p5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5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30" name="Google Shape;2730;p5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2731" name="Google Shape;2731;p5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2732" name="Google Shape;2732;p5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5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5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735" name="Google Shape;2735;p5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36" name="Google Shape;2736;p5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2737" name="Google Shape;2737;p5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2738" name="Google Shape;2738;p5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9" name="Google Shape;2739;p5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0" name="Google Shape;2740;p5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1" name="Google Shape;2741;p5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2" name="Google Shape;2742;p5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3" name="Google Shape;2743;p5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4" name="Google Shape;2744;p5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745" name="Google Shape;2745;p5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2746" name="Google Shape;2746;p5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7" name="Google Shape;2747;p5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8" name="Google Shape;2748;p5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9" name="Google Shape;2749;p5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0" name="Google Shape;2750;p5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1" name="Google Shape;2751;p5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2" name="Google Shape;2752;p5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53" name="Google Shape;2753;p5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2754" name="Google Shape;2754;p5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55" name="Google Shape;2755;p5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56" name="Google Shape;2756;p5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p6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59" name="Google Shape;2759;p6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60" name="Google Shape;2760;p6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61" name="Google Shape;2761;p6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62" name="Google Shape;2762;p6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63" name="Google Shape;2763;p6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64" name="Google Shape;2764;p6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5" name="Google Shape;2765;p6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2766" name="Google Shape;2766;p6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8" name="Google Shape;2768;p6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2769" name="Google Shape;2769;p6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0" name="Google Shape;2770;p6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71" name="Google Shape;2771;p6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61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4" name="Google Shape;2774;p61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75" name="Google Shape;2775;p6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2776" name="Google Shape;2776;p6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2777" name="Google Shape;2777;p6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6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9" name="Google Shape;2779;p6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2780" name="Google Shape;2780;p6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81" name="Google Shape;2781;p6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2" name="Google Shape;2782;p6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83" name="Google Shape;2783;p6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4" name="Google Shape;2784;p6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5" name="Google Shape;2785;p6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6" name="Google Shape;2786;p6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7" name="Google Shape;2787;p6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788" name="Google Shape;2788;p6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9" name="Google Shape;2789;p6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2790" name="Google Shape;2790;p6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6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6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6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4" name="Google Shape;2794;p6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2795" name="Google Shape;2795;p6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96" name="Google Shape;2796;p6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97" name="Google Shape;2797;p6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8" name="Google Shape;2798;p6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99" name="Google Shape;2799;p6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0" name="Google Shape;2800;p6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1" name="Google Shape;2801;p6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2" name="Google Shape;2802;p6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03" name="Google Shape;2803;p6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4" name="Google Shape;2804;p6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2805" name="Google Shape;2805;p6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06" name="Google Shape;2806;p6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07" name="Google Shape;2807;p6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08" name="Google Shape;2808;p6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9" name="Google Shape;2809;p6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0" name="Google Shape;2810;p6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1" name="Google Shape;2811;p6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2" name="Google Shape;2812;p6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13" name="Google Shape;2813;p6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14" name="Google Shape;2814;p6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2815" name="Google Shape;2815;p6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6" name="Google Shape;2816;p6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2817" name="Google Shape;2817;p6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6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6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6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1" name="Google Shape;2821;p6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2822" name="Google Shape;2822;p6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23" name="Google Shape;2823;p6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2824" name="Google Shape;2824;p6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5" name="Google Shape;2825;p6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26" name="Google Shape;2826;p6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2827" name="Google Shape;2827;p6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8" name="Google Shape;2828;p6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829" name="Google Shape;2829;p61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0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1" name="Google Shape;2831;p6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2832" name="Google Shape;2832;p6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2833" name="Google Shape;2833;p6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6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6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6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7" name="Google Shape;2837;p6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2838" name="Google Shape;2838;p6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39" name="Google Shape;2839;p6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2840" name="Google Shape;2840;p6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1" name="Google Shape;2841;p6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42" name="Google Shape;2842;p6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2843" name="Google Shape;2843;p6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4" name="Google Shape;2844;p6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45" name="Google Shape;2845;p6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6" name="Google Shape;2846;p6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2847" name="Google Shape;2847;p6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48" name="Google Shape;2848;p6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9" name="Google Shape;2849;p6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0" name="Google Shape;2850;p6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2851" name="Google Shape;2851;p6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6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6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6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6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6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6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8" name="Google Shape;2858;p6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2859" name="Google Shape;2859;p6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6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6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6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6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6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6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66" name="Google Shape;2866;p6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2867" name="Google Shape;2867;p6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0" name="Google Shape;2870;p6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2871" name="Google Shape;2871;p6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72" name="Google Shape;2872;p6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2873" name="Google Shape;2873;p6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74" name="Google Shape;2874;p6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2875" name="Google Shape;2875;p6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6" name="Google Shape;2876;p6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877" name="Google Shape;2877;p6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2878" name="Google Shape;2878;p6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0" name="Google Shape;2880;p6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2881" name="Google Shape;2881;p6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2" name="Google Shape;2882;p6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3" name="Google Shape;2883;p6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2884" name="Google Shape;2884;p6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885" name="Google Shape;2885;p6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6" name="Google Shape;2886;p6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7" name="Google Shape;2887;p6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8" name="Google Shape;2888;p6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9" name="Google Shape;2889;p6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0" name="Google Shape;2890;p6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1" name="Google Shape;2891;p6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92" name="Google Shape;2892;p6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893" name="Google Shape;2893;p6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4" name="Google Shape;2894;p6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5" name="Google Shape;2895;p6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6" name="Google Shape;2896;p6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7" name="Google Shape;2897;p6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8" name="Google Shape;2898;p6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9" name="Google Shape;2899;p6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900" name="Google Shape;2900;p6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2901" name="Google Shape;2901;p6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2" name="Google Shape;2902;p6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3" name="Google Shape;2903;p6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4" name="Google Shape;2904;p6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5" name="Google Shape;2905;p6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6" name="Google Shape;2906;p6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7" name="Google Shape;2907;p6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908" name="Google Shape;2908;p6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2909" name="Google Shape;2909;p6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10" name="Google Shape;2910;p6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1" name="Google Shape;2911;p6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6" name="Google Shape;2916;p65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2917" name="Google Shape;2917;p65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2918" name="Google Shape;2918;p6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919" name="Google Shape;2919;p65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920" name="Google Shape;2920;p65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3" name="Google Shape;2923;p65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5" name="Google Shape;2925;p65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926" name="Google Shape;2926;p6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6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8" name="Google Shape;2928;p65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929" name="Google Shape;2929;p6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6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1" name="Google Shape;2931;p65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932" name="Google Shape;2932;p6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6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4" name="Google Shape;2934;p65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935" name="Google Shape;2935;p6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6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7" name="Google Shape;2937;p65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38" name="Google Shape;2938;p6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9" name="Google Shape;2939;p6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40" name="Google Shape;2940;p65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2941" name="Google Shape;2941;p65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2" name="Google Shape;2942;p65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4" name="Google Shape;2944;p65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2945" name="Google Shape;2945;p6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6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6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6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6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6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6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2" name="Google Shape;2952;p65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3" name="Google Shape;2953;p65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2954" name="Google Shape;2954;p6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6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6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7" name="Google Shape;2957;p65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2958" name="Google Shape;2958;p6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6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6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61" name="Google Shape;2961;p65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62" name="Google Shape;2962;p65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963" name="Google Shape;2963;p65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2964" name="Google Shape;2964;p65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2965" name="Google Shape;2965;p65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65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7" name="Google Shape;2967;p65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2968" name="Google Shape;2968;p6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969" name="Google Shape;2969;p6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970" name="Google Shape;2970;p6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971" name="Google Shape;2971;p6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2" name="Google Shape;2972;p6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3" name="Google Shape;2973;p6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4" name="Google Shape;2974;p6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5" name="Google Shape;2975;p6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76" name="Google Shape;2976;p6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7" name="Google Shape;2977;p65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2978" name="Google Shape;2978;p65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65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65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65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2" name="Google Shape;2982;p65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2983" name="Google Shape;2983;p6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984" name="Google Shape;2984;p6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985" name="Google Shape;2985;p6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986" name="Google Shape;2986;p6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7" name="Google Shape;2987;p6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8" name="Google Shape;2988;p6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9" name="Google Shape;2989;p6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0" name="Google Shape;2990;p6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91" name="Google Shape;2991;p6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2" name="Google Shape;2992;p65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2993" name="Google Shape;2993;p6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994" name="Google Shape;2994;p6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995" name="Google Shape;2995;p6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996" name="Google Shape;2996;p6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7" name="Google Shape;2997;p6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8" name="Google Shape;2998;p6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9" name="Google Shape;2999;p6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0" name="Google Shape;3000;p6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01" name="Google Shape;3001;p6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p66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04" name="Google Shape;3004;p66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05" name="Google Shape;3005;p66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6" name="Google Shape;3006;p66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3007" name="Google Shape;3007;p66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3008" name="Google Shape;3008;p6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6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0" name="Google Shape;3010;p6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011" name="Google Shape;3011;p6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6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3" name="Google Shape;3013;p66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3014" name="Google Shape;3014;p6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5" name="Google Shape;3015;p6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16" name="Google Shape;3016;p6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17" name="Google Shape;3017;p6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8" name="Google Shape;3018;p6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9" name="Google Shape;3019;p6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0" name="Google Shape;3020;p6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1" name="Google Shape;3021;p6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22" name="Google Shape;3022;p6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3" name="Google Shape;3023;p66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3024" name="Google Shape;3024;p6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25" name="Google Shape;3025;p6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6" name="Google Shape;3026;p6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27" name="Google Shape;3027;p6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8" name="Google Shape;3028;p6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9" name="Google Shape;3029;p6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0" name="Google Shape;3030;p6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1" name="Google Shape;3031;p6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32" name="Google Shape;3032;p6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3" name="Google Shape;3033;p66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3034" name="Google Shape;3034;p6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35" name="Google Shape;3035;p6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36" name="Google Shape;3036;p6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7" name="Google Shape;3037;p6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8" name="Google Shape;3038;p6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9" name="Google Shape;3039;p6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0" name="Google Shape;3040;p6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1" name="Google Shape;3041;p6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42" name="Google Shape;3042;p6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3" name="Google Shape;3043;p6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044" name="Google Shape;3044;p6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6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6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49" name="Google Shape;3049;p67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3050" name="Google Shape;3050;p67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3051" name="Google Shape;3051;p6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52" name="Google Shape;3052;p67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3053" name="Google Shape;3053;p67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67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5" name="Google Shape;3055;p67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6" name="Google Shape;3056;p67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3057" name="Google Shape;3057;p67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58" name="Google Shape;3058;p67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059" name="Google Shape;3059;p6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0" name="Google Shape;3060;p6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61" name="Google Shape;3061;p67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062" name="Google Shape;3062;p6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3" name="Google Shape;3063;p6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64" name="Google Shape;3064;p67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3065" name="Google Shape;3065;p6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6" name="Google Shape;3066;p6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067" name="Google Shape;3067;p67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3068" name="Google Shape;3068;p67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7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0" name="Google Shape;3070;p67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3071" name="Google Shape;3071;p67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72" name="Google Shape;3072;p6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6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6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75" name="Google Shape;3075;p67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7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77" name="Google Shape;3077;p67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8" name="Google Shape;3078;p6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6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6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83" name="Google Shape;3083;p68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84" name="Google Shape;3084;p68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85" name="Google Shape;3085;p68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086" name="Google Shape;3086;p68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087" name="Google Shape;3087;p68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3088" name="Google Shape;3088;p6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89" name="Google Shape;3089;p68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3090" name="Google Shape;3090;p6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6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6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93" name="Google Shape;3093;p68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3094" name="Google Shape;3094;p68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3095" name="Google Shape;3095;p68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3096" name="Google Shape;3096;p68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7" name="Google Shape;3097;p68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8" name="Google Shape;3098;p68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99" name="Google Shape;3099;p68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3100" name="Google Shape;3100;p68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3101" name="Google Shape;3101;p68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2" name="Google Shape;3102;p68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103" name="Google Shape;3103;p68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3104" name="Google Shape;3104;p6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105" name="Google Shape;3105;p6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3106" name="Google Shape;3106;p68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3107" name="Google Shape;3107;p6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08" name="Google Shape;3108;p6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09" name="Google Shape;3109;p6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10" name="Google Shape;3110;p6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11" name="Google Shape;3111;p6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3112" name="Google Shape;3112;p6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113" name="Google Shape;3113;p68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3114" name="Google Shape;3114;p68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5" name="Google Shape;3115;p68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6" name="Google Shape;3116;p68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7" name="Google Shape;3117;p68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118" name="Google Shape;3118;p68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3119" name="Google Shape;3119;p6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120" name="Google Shape;3120;p6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3121" name="Google Shape;3121;p68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3122" name="Google Shape;3122;p6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23" name="Google Shape;3123;p6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24" name="Google Shape;3124;p6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25" name="Google Shape;3125;p6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26" name="Google Shape;3126;p6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3127" name="Google Shape;3127;p6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128" name="Google Shape;3128;p68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3129" name="Google Shape;3129;p6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130" name="Google Shape;3130;p6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3131" name="Google Shape;3131;p68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3132" name="Google Shape;3132;p6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33" name="Google Shape;3133;p6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34" name="Google Shape;3134;p6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35" name="Google Shape;3135;p6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3136" name="Google Shape;3136;p6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3137" name="Google Shape;3137;p6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3138" name="Google Shape;3138;p68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3139" name="Google Shape;3139;p6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0" name="Google Shape;3140;p6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41" name="Google Shape;3141;p68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3142" name="Google Shape;3142;p68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3143" name="Google Shape;3143;p6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4" name="Google Shape;3144;p6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5" name="Google Shape;3145;p68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46" name="Google Shape;3146;p68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3147" name="Google Shape;3147;p6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148" name="Google Shape;3148;p6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49" name="Google Shape;3149;p6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50" name="Google Shape;3150;p68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3151" name="Google Shape;3151;p68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3152" name="Google Shape;3152;p6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3" name="Google Shape;3153;p6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4" name="Google Shape;3154;p68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3155" name="Google Shape;3155;p6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156" name="Google Shape;3156;p6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57" name="Google Shape;3157;p6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9" name="Google Shape;3159;p69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3160" name="Google Shape;3160;p69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61" name="Google Shape;3161;p69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2" name="Google Shape;3162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63" name="Google Shape;3163;p69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164" name="Google Shape;3164;p69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165" name="Google Shape;3165;p6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6" name="Google Shape;3166;p6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67" name="Google Shape;3167;p69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168" name="Google Shape;3168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9" name="Google Shape;3169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0" name="Google Shape;3170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71" name="Google Shape;3171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2" name="Google Shape;3172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3" name="Google Shape;3173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4" name="Google Shape;3174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5" name="Google Shape;3175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76" name="Google Shape;3176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7" name="Google Shape;3177;p69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178" name="Google Shape;3178;p6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6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6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6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2" name="Google Shape;3182;p69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183" name="Google Shape;3183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84" name="Google Shape;3184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85" name="Google Shape;3185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6" name="Google Shape;3186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7" name="Google Shape;3187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8" name="Google Shape;3188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9" name="Google Shape;3189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0" name="Google Shape;3190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91" name="Google Shape;3191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2" name="Google Shape;3192;p69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193" name="Google Shape;3193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94" name="Google Shape;3194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95" name="Google Shape;3195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96" name="Google Shape;3196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7" name="Google Shape;3197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8" name="Google Shape;3198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9" name="Google Shape;3199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0" name="Google Shape;3200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01" name="Google Shape;3201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02" name="Google Shape;3202;p69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203" name="Google Shape;3203;p69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204" name="Google Shape;3204;p6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6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6" name="Google Shape;3206;p69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207" name="Google Shape;3207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08" name="Google Shape;3208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09" name="Google Shape;3209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10" name="Google Shape;3210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1" name="Google Shape;3211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2" name="Google Shape;3212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3" name="Google Shape;3213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4" name="Google Shape;3214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15" name="Google Shape;3215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6" name="Google Shape;3216;p69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217" name="Google Shape;3217;p6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6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6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6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1" name="Google Shape;3221;p69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222" name="Google Shape;3222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23" name="Google Shape;3223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24" name="Google Shape;3224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25" name="Google Shape;3225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6" name="Google Shape;3226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7" name="Google Shape;3227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8" name="Google Shape;3228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9" name="Google Shape;3229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0" name="Google Shape;3230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1" name="Google Shape;3231;p69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32" name="Google Shape;3232;p6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33" name="Google Shape;3233;p6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34" name="Google Shape;3234;p6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35" name="Google Shape;3235;p6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36" name="Google Shape;3236;p6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37" name="Google Shape;3237;p6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38" name="Google Shape;3238;p6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39" name="Google Shape;3239;p6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40" name="Google Shape;3240;p6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1" name="Google Shape;3241;p69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242" name="Google Shape;3242;p6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43" name="Google Shape;3243;p6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44" name="Google Shape;3244;p6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45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" name="Google Shape;3246;p70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247" name="Google Shape;3247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248" name="Google Shape;3248;p70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249" name="Google Shape;3249;p7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7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1" name="Google Shape;3251;p70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252" name="Google Shape;3252;p70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70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54" name="Google Shape;3254;p70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255" name="Google Shape;3255;p70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56" name="Google Shape;3256;p70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57" name="Google Shape;3257;p70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58" name="Google Shape;3258;p70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259" name="Google Shape;3259;p7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0" name="Google Shape;3260;p70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70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70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70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70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65" name="Google Shape;3265;p70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266" name="Google Shape;3266;p7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7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68" name="Google Shape;3268;p70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269" name="Google Shape;3269;p7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7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71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273" name="Google Shape;3273;p71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274" name="Google Shape;3274;p71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275" name="Google Shape;3275;p71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71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77" name="Google Shape;3277;p71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71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9" name="Google Shape;3279;p71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280" name="Google Shape;3280;p7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7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82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p72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84" name="Google Shape;3284;p72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285" name="Google Shape;3285;p72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286" name="Google Shape;3286;p72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287" name="Google Shape;3287;p7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88" name="Google Shape;3288;p72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289" name="Google Shape;3289;p7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90" name="Google Shape;3290;p7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291" name="Google Shape;3291;p7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2" name="Google Shape;3292;p7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93" name="Google Shape;3293;p7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294" name="Google Shape;3294;p7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5" name="Google Shape;3295;p7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96" name="Google Shape;3296;p7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297" name="Google Shape;3297;p7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8" name="Google Shape;3298;p7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99" name="Google Shape;3299;p72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300" name="Google Shape;3300;p7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7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2" name="Google Shape;3302;p72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303" name="Google Shape;3303;p7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7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05" name="Google Shape;3305;p72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06" name="Google Shape;3306;p72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3307" name="Google Shape;3307;p7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8" name="Google Shape;3308;p7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7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7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7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7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3" name="Google Shape;3313;p7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14" name="Google Shape;3314;p72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3315" name="Google Shape;3315;p7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16" name="Google Shape;3316;p7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17" name="Google Shape;3317;p7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3318" name="Google Shape;3318;p7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7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7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1" name="Google Shape;3321;p7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3322" name="Google Shape;3322;p7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7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7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25" name="Google Shape;3325;p7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7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7" name="Google Shape;3327;p72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3328" name="Google Shape;3328;p72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29" name="Google Shape;3329;p72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30" name="Google Shape;3330;p72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7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33" name="Google Shape;3333;p73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74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3336" name="Google Shape;3336;p74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337" name="Google Shape;3337;p74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3338" name="Google Shape;3338;p74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3339" name="Google Shape;3339;p74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74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41" name="Google Shape;3341;p74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3342" name="Google Shape;3342;p7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3" name="Google Shape;3343;p7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4" name="Google Shape;3344;p7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5" name="Google Shape;3345;p7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6" name="Google Shape;3346;p7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7" name="Google Shape;3347;p7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8" name="Google Shape;3348;p7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49" name="Google Shape;3349;p74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3350" name="Google Shape;3350;p7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1" name="Google Shape;3351;p7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2" name="Google Shape;3352;p7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3" name="Google Shape;3353;p7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4" name="Google Shape;3354;p7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5" name="Google Shape;3355;p7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6" name="Google Shape;3356;p7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357" name="Google Shape;3357;p74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3358" name="Google Shape;3358;p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60" name="Google Shape;3360;p74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3361" name="Google Shape;3361;p74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3362" name="Google Shape;3362;p74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3363" name="Google Shape;3363;p74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64" name="Google Shape;3364;p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5" name="Google Shape;3365;p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6" name="Google Shape;3366;p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7" name="Google Shape;3367;p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8" name="Google Shape;3368;p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369" name="Google Shape;3369;p7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70" name="Google Shape;3370;p74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371" name="Google Shape;3371;p74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72" name="Google Shape;3372;p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3" name="Google Shape;3373;p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4" name="Google Shape;3374;p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5" name="Google Shape;3375;p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6" name="Google Shape;3376;p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377" name="Google Shape;3377;p7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78" name="Google Shape;3378;p74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379" name="Google Shape;3379;p74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80" name="Google Shape;3380;p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1" name="Google Shape;3381;p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2" name="Google Shape;3382;p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3" name="Google Shape;3383;p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4" name="Google Shape;3384;p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385" name="Google Shape;3385;p7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86" name="Google Shape;3386;p74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387" name="Google Shape;3387;p74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88" name="Google Shape;3388;p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9" name="Google Shape;3389;p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0" name="Google Shape;3390;p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1" name="Google Shape;3391;p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2" name="Google Shape;3392;p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393" name="Google Shape;3393;p7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394" name="Google Shape;3394;p74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3395" name="Google Shape;3395;p7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396" name="Google Shape;3396;p7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97" name="Google Shape;3397;p74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3398" name="Google Shape;3398;p74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74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3" name="Google Shape;3403;p76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4" name="Google Shape;3404;p76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5" name="Google Shape;3405;p76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6" name="Google Shape;3406;p76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7" name="Google Shape;3407;p76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3408" name="Google Shape;3408;p76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3409" name="Google Shape;3409;p76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3410" name="Google Shape;3410;p76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3411" name="Google Shape;3411;p76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3412" name="Google Shape;3412;p76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3413" name="Google Shape;3413;p76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414" name="Google Shape;3414;p76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415" name="Google Shape;3415;p76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3416" name="Google Shape;3416;p76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7" name="Google Shape;3417;p76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3418" name="Google Shape;3418;p7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9" name="Google Shape;3419;p7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7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7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7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3" name="Google Shape;3423;p7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4" name="Google Shape;3424;p7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5" name="Google Shape;3425;p76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3426" name="Google Shape;3426;p76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27" name="Google Shape;3427;p76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3428" name="Google Shape;3428;p7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9" name="Google Shape;3429;p7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30" name="Google Shape;3430;p76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3431" name="Google Shape;3431;p76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32" name="Google Shape;3432;p76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3433" name="Google Shape;3433;p7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4" name="Google Shape;3434;p7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35" name="Google Shape;3435;p76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3436" name="Google Shape;3436;p76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37" name="Google Shape;3437;p76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3438" name="Google Shape;3438;p7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9" name="Google Shape;3439;p7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440" name="Google Shape;3440;p76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3441" name="Google Shape;3441;p76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3442" name="Google Shape;3442;p7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7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4" name="Google Shape;3444;p7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45" name="Google Shape;3445;p76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76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7" name="Google Shape;3447;p76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3448" name="Google Shape;3448;p76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49" name="Google Shape;3449;p76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50" name="Google Shape;3450;p76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45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p77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3" name="Google Shape;3453;p77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56" name="Google Shape;3456;p78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3457" name="Google Shape;3457;p7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7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9" name="Google Shape;3459;p78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3460" name="Google Shape;3460;p78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61" name="Google Shape;3461;p78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3462" name="Google Shape;3462;p78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78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78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78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78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78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78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9" name="Google Shape;3469;p78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3470" name="Google Shape;3470;p78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78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78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78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78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78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78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7" name="Google Shape;3477;p78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78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78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78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1" name="Google Shape;3481;p78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3482" name="Google Shape;3482;p78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3483" name="Google Shape;3483;p78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3484" name="Google Shape;3484;p78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85" name="Google Shape;3485;p7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6" name="Google Shape;3486;p7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7" name="Google Shape;3487;p7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8" name="Google Shape;3488;p7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9" name="Google Shape;3489;p7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90" name="Google Shape;3490;p78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91" name="Google Shape;3491;p78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492" name="Google Shape;3492;p78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93" name="Google Shape;3493;p7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4" name="Google Shape;3494;p7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5" name="Google Shape;3495;p7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6" name="Google Shape;3496;p7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7" name="Google Shape;3497;p7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98" name="Google Shape;3498;p78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99" name="Google Shape;3499;p78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500" name="Google Shape;3500;p78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501" name="Google Shape;3501;p7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2" name="Google Shape;3502;p7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3" name="Google Shape;3503;p7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4" name="Google Shape;3504;p7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5" name="Google Shape;3505;p7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506" name="Google Shape;3506;p78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07" name="Google Shape;3507;p78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3508" name="Google Shape;3508;p78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509" name="Google Shape;3509;p7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0" name="Google Shape;3510;p7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1" name="Google Shape;3511;p7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2" name="Google Shape;3512;p7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3" name="Google Shape;3513;p7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514" name="Google Shape;3514;p78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15" name="Google Shape;3515;p78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3516" name="Google Shape;3516;p78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517" name="Google Shape;3517;p78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18" name="Google Shape;3518;p78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19" name="Google Shape;3519;p78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3520" name="Google Shape;3520;p78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78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524" name="Google Shape;3524;p79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3525" name="Google Shape;3525;p79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3526" name="Google Shape;3526;p7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7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7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9" name="Google Shape;3529;p79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3530" name="Google Shape;3530;p79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31" name="Google Shape;3531;p79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3532" name="Google Shape;3532;p7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3" name="Google Shape;3533;p7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534" name="Google Shape;3534;p79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79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6" name="Google Shape;3536;p79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3537" name="Google Shape;3537;p7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38" name="Google Shape;3538;p79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3539" name="Google Shape;3539;p79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40" name="Google Shape;3540;p79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3541" name="Google Shape;3541;p7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2" name="Google Shape;3542;p7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543" name="Google Shape;3543;p79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3544" name="Google Shape;3544;p7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7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6" name="Google Shape;3546;p79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3547" name="Google Shape;3547;p7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8" name="Google Shape;3548;p79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49" name="Google Shape;3549;p79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3550" name="Google Shape;3550;p79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3551" name="Google Shape;3551;p7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2" name="Google Shape;3552;p7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3" name="Google Shape;3553;p7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4" name="Google Shape;3554;p7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5" name="Google Shape;3555;p7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6" name="Google Shape;3556;p7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7" name="Google Shape;3557;p7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58" name="Google Shape;3558;p79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3559" name="Google Shape;3559;p7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0" name="Google Shape;3560;p7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1" name="Google Shape;3561;p7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2" name="Google Shape;3562;p7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3" name="Google Shape;3563;p7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4" name="Google Shape;3564;p7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5" name="Google Shape;3565;p7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66" name="Google Shape;3566;p79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3567" name="Google Shape;3567;p7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8" name="Google Shape;3568;p7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9" name="Google Shape;3569;p7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0" name="Google Shape;3570;p7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1" name="Google Shape;3571;p7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2" name="Google Shape;3572;p7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3" name="Google Shape;3573;p7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74" name="Google Shape;3574;p79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3575" name="Google Shape;3575;p7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76" name="Google Shape;3576;p7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77" name="Google Shape;3577;p7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3578" name="Shape 3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9" name="Google Shape;3579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580" name="Google Shape;3580;p80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3581" name="Google Shape;3581;p80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3582" name="Google Shape;3582;p80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83" name="Google Shape;3583;p80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3584" name="Google Shape;3584;p80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5" name="Google Shape;3585;p80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6" name="Google Shape;3586;p80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7" name="Google Shape;3587;p80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8" name="Google Shape;3588;p80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9" name="Google Shape;3589;p80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0" name="Google Shape;3590;p80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91" name="Google Shape;3591;p80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3592" name="Google Shape;3592;p80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3" name="Google Shape;3593;p80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4" name="Google Shape;3594;p80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5" name="Google Shape;3595;p80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6" name="Google Shape;3596;p80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7" name="Google Shape;3597;p80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8" name="Google Shape;3598;p80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99" name="Google Shape;3599;p80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0" name="Google Shape;3600;p80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3601" name="Google Shape;3601;p8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8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3" name="Google Shape;3603;p80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3604" name="Google Shape;3604;p8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8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06" name="Google Shape;3606;p80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3607" name="Google Shape;3607;p8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8" name="Google Shape;3608;p80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3609" name="Google Shape;3609;p80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3610" name="Google Shape;3610;p80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1" name="Google Shape;3611;p80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612" name="Google Shape;3612;p80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80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14" name="Google Shape;3614;p80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3615" name="Google Shape;3615;p80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6" name="Google Shape;3616;p80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7" name="Google Shape;3617;p80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8" name="Google Shape;3618;p80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9" name="Google Shape;3619;p80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0" name="Google Shape;3620;p80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1" name="Google Shape;3621;p80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622" name="Google Shape;3622;p80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3623" name="Google Shape;3623;p80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24" name="Google Shape;3624;p80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25" name="Google Shape;3625;p80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7" name="Google Shape;3627;p81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3628" name="Google Shape;3628;p81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9" name="Google Shape;3629;p81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3630" name="Google Shape;3630;p81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3631" name="Google Shape;3631;p8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2" name="Google Shape;3632;p8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33" name="Google Shape;3633;p81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3634" name="Google Shape;3634;p8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5" name="Google Shape;3635;p8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636" name="Google Shape;3636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37" name="Google Shape;3637;p81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3638" name="Google Shape;3638;p8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9" name="Google Shape;3639;p81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81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1" name="Google Shape;3641;p81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3642" name="Google Shape;3642;p8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8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4" name="Google Shape;3644;p81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3645" name="Google Shape;3645;p8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8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7" name="Google Shape;3647;p81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3648" name="Google Shape;3648;p8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8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50" name="Google Shape;3650;p81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3651" name="Google Shape;3651;p81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3652" name="Google Shape;3652;p81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81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4" name="Google Shape;3654;p81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3655" name="Google Shape;3655;p8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8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8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8" name="Google Shape;3658;p81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3659" name="Google Shape;3659;p81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81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61" name="Google Shape;3661;p81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62" name="Google Shape;3662;p81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3663" name="Google Shape;3663;p81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81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65" name="Google Shape;3665;p81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666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8" name="Google Shape;3668;p82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9" name="Google Shape;3669;p82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70" name="Google Shape;3670;p82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3671" name="Google Shape;3671;p82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82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3" name="Google Shape;3673;p82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3674" name="Google Shape;3674;p82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82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82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82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8" name="Google Shape;3678;p82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3679" name="Google Shape;3679;p82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3680" name="Google Shape;3680;p82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82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82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683" name="Google Shape;3683;p8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4" name="Google Shape;3684;p82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82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6" name="Google Shape;3686;p82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3687" name="Google Shape;3687;p82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82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9" name="Google Shape;3689;p82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3690" name="Google Shape;3690;p8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8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8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8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8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8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8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7" name="Google Shape;3697;p82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3698" name="Google Shape;3698;p8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8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8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8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8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8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8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83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7" name="Google Shape;3707;p83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08" name="Google Shape;3708;p83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3709" name="Google Shape;3709;p8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10" name="Google Shape;3710;p83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3711" name="Google Shape;3711;p8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8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8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8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8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8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8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8" name="Google Shape;3718;p83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3719" name="Google Shape;3719;p83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20" name="Google Shape;3720;p83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721" name="Google Shape;3721;p8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2" name="Google Shape;3722;p8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23" name="Google Shape;3723;p83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724" name="Google Shape;3724;p8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5" name="Google Shape;3725;p8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26" name="Google Shape;3726;p83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727" name="Google Shape;3727;p8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8" name="Google Shape;3728;p8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729" name="Google Shape;3729;p83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0" name="Google Shape;3730;p83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3731" name="Google Shape;3731;p8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8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3" name="Google Shape;3733;p83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3734" name="Google Shape;3734;p8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8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36" name="Google Shape;3736;p83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3737" name="Google Shape;3737;p8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8" name="Google Shape;3738;p83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83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83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41" name="Google Shape;3741;p83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3742" name="Google Shape;3742;p8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8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8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5" name="Google Shape;3745;p83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3746" name="Google Shape;3746;p8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8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8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749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p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51" name="Google Shape;3751;p84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3752" name="Google Shape;3752;p84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3753" name="Google Shape;3753;p84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84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84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56" name="Google Shape;3756;p84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3757" name="Google Shape;3757;p84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84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59" name="Google Shape;3759;p84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3760" name="Google Shape;3760;p84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84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2" name="Google Shape;3762;p84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3763" name="Google Shape;3763;p8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8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765" name="Google Shape;3765;p8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6" name="Google Shape;3766;p84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3767" name="Google Shape;3767;p8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68" name="Google Shape;3768;p84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3769" name="Google Shape;3769;p84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84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71" name="Google Shape;3771;p84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3772" name="Google Shape;3772;p84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3" name="Google Shape;3773;p84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4" name="Google Shape;3774;p84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3775" name="Google Shape;3775;p84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6" name="Google Shape;3776;p84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7" name="Google Shape;3777;p84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3778" name="Google Shape;3778;p84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9" name="Google Shape;3779;p84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80" name="Google Shape;3780;p84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3781" name="Google Shape;3781;p84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82" name="Google Shape;3782;p84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4" name="Google Shape;3784;p85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3785" name="Google Shape;3785;p8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86" name="Google Shape;3786;p8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3787" name="Google Shape;3787;p8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3788" name="Google Shape;3788;p8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9" name="Google Shape;3789;p8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90" name="Google Shape;3790;p8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3791" name="Google Shape;3791;p8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2" name="Google Shape;3792;p8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3" name="Google Shape;3793;p8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94" name="Google Shape;3794;p8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3795" name="Google Shape;3795;p8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796" name="Google Shape;3796;p8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797" name="Google Shape;3797;p8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798" name="Google Shape;3798;p8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799" name="Google Shape;3799;p8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00" name="Google Shape;3800;p8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01" name="Google Shape;3801;p8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02" name="Google Shape;3802;p8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803" name="Google Shape;3803;p8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04" name="Google Shape;3804;p8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3805" name="Google Shape;3805;p8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806" name="Google Shape;3806;p8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807" name="Google Shape;3807;p8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808" name="Google Shape;3808;p8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09" name="Google Shape;3809;p8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10" name="Google Shape;3810;p8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11" name="Google Shape;3811;p8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12" name="Google Shape;3812;p8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813" name="Google Shape;3813;p8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14" name="Google Shape;3814;p8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3815" name="Google Shape;3815;p8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816" name="Google Shape;3816;p8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817" name="Google Shape;3817;p8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818" name="Google Shape;3818;p8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19" name="Google Shape;3819;p8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20" name="Google Shape;3820;p8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21" name="Google Shape;3821;p8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22" name="Google Shape;3822;p8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823" name="Google Shape;3823;p8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24" name="Google Shape;3824;p8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3825" name="Google Shape;3825;p8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6" name="Google Shape;3826;p8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27" name="Google Shape;3827;p8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3828" name="Google Shape;3828;p8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9" name="Google Shape;3829;p8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30" name="Google Shape;3830;p8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1" name="Google Shape;3831;p85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832" name="Google Shape;3832;p85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3833" name="Google Shape;3833;p85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3834" name="Google Shape;3834;p85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3835" name="Google Shape;3835;p8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6" name="Google Shape;3836;p8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7" name="Google Shape;3837;p85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3838" name="Google Shape;3838;p8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9" name="Google Shape;3839;p8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0" name="Google Shape;3840;p8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1" name="Google Shape;3841;p85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3842" name="Google Shape;3842;p8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43" name="Google Shape;3843;p8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844" name="Google Shape;3844;p8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845" name="Google Shape;3845;p8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46" name="Google Shape;3846;p8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47" name="Google Shape;3847;p8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48" name="Google Shape;3848;p8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49" name="Google Shape;3849;p8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850" name="Google Shape;3850;p8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1" name="Google Shape;3851;p85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3852" name="Google Shape;3852;p85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3853" name="Google Shape;3853;p8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4" name="Google Shape;3854;p8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5" name="Google Shape;3855;p85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3856" name="Google Shape;3856;p8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7" name="Google Shape;3857;p8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58" name="Google Shape;3858;p85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3859" name="Google Shape;3859;p8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60" name="Google Shape;3860;p85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3861" name="Google Shape;3861;p8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2" name="Google Shape;3862;p8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863" name="Google Shape;3863;p8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864" name="Google Shape;3864;p8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5" name="Google Shape;3865;p8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6" name="Google Shape;3866;p8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7" name="Google Shape;3867;p8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8" name="Google Shape;3868;p8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869" name="Google Shape;3869;p8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0" name="Google Shape;3870;p85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3871" name="Google Shape;3871;p8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72" name="Google Shape;3872;p8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873" name="Google Shape;3873;p8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874" name="Google Shape;3874;p8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5" name="Google Shape;3875;p8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6" name="Google Shape;3876;p8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7" name="Google Shape;3877;p8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8" name="Google Shape;3878;p8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879" name="Google Shape;3879;p8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880" name="Shape 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" name="Google Shape;3881;p8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2" name="Google Shape;3882;p86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83" name="Google Shape;3883;p86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84" name="Google Shape;3884;p86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885" name="Google Shape;3885;p86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886" name="Google Shape;3886;p86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3887" name="Google Shape;3887;p8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8" name="Google Shape;3888;p86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3889" name="Google Shape;3889;p86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3890" name="Google Shape;3890;p86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1" name="Google Shape;3891;p86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2" name="Google Shape;3892;p86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3893" name="Google Shape;3893;p86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4" name="Google Shape;3894;p86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5" name="Google Shape;3895;p86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6" name="Google Shape;3896;p86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3897" name="Google Shape;3897;p86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898" name="Google Shape;3898;p86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899" name="Google Shape;3899;p86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900" name="Google Shape;3900;p86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01" name="Google Shape;3901;p86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02" name="Google Shape;3902;p86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03" name="Google Shape;3903;p86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04" name="Google Shape;3904;p86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905" name="Google Shape;3905;p86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6" name="Google Shape;3906;p86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3907" name="Google Shape;3907;p86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908" name="Google Shape;3908;p86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909" name="Google Shape;3909;p86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910" name="Google Shape;3910;p86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11" name="Google Shape;3911;p86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12" name="Google Shape;3912;p86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13" name="Google Shape;3913;p86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14" name="Google Shape;3914;p86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915" name="Google Shape;3915;p86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16" name="Google Shape;3916;p86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3917" name="Google Shape;3917;p86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3918" name="Google Shape;3918;p86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919" name="Google Shape;3919;p86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920" name="Google Shape;3920;p86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21" name="Google Shape;3921;p86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22" name="Google Shape;3922;p86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23" name="Google Shape;3923;p86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24" name="Google Shape;3924;p86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3925" name="Google Shape;3925;p86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26" name="Google Shape;3926;p86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3927" name="Google Shape;3927;p86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8" name="Google Shape;3928;p86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9" name="Google Shape;3929;p86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3930" name="Google Shape;3930;p8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1" name="Google Shape;3931;p8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932" name="Google Shape;3932;p86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3" name="Google Shape;3933;p86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3934" name="Google Shape;3934;p86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35" name="Google Shape;3935;p86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36" name="Google Shape;3936;p86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7" name="Google Shape;3937;p86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3938" name="Google Shape;3938;p86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3939" name="Google Shape;3939;p86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0" name="Google Shape;3940;p86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1" name="Google Shape;3941;p86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2" name="Google Shape;3942;p86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43" name="Google Shape;3943;p86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3944" name="Google Shape;3944;p86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45" name="Google Shape;3945;p86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3946" name="Google Shape;3946;p8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7" name="Google Shape;3947;p8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48" name="Google Shape;3948;p86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3949" name="Google Shape;3949;p8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0" name="Google Shape;3950;p8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951" name="Google Shape;3951;p86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52" name="Google Shape;3952;p86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3953" name="Google Shape;3953;p8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54" name="Google Shape;3954;p8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55" name="Google Shape;3955;p8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7" name="Google Shape;3957;p87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3958" name="Google Shape;3958;p87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3959" name="Google Shape;3959;p8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960" name="Google Shape;3960;p87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61" name="Google Shape;3961;p87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3962" name="Google Shape;3962;p8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63" name="Google Shape;3963;p8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64" name="Google Shape;3964;p8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65" name="Google Shape;3965;p87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6" name="Google Shape;3966;p87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7" name="Google Shape;3967;p87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8" name="Google Shape;3968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69" name="Google Shape;3969;p87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70" name="Google Shape;3970;p87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71" name="Google Shape;3971;p87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972" name="Google Shape;3972;p87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3973" name="Google Shape;3973;p87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87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5" name="Google Shape;3975;p87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3976" name="Google Shape;3976;p8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7" name="Google Shape;3977;p8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8" name="Google Shape;3978;p8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9" name="Google Shape;3979;p8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0" name="Google Shape;3980;p8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1" name="Google Shape;3981;p8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2" name="Google Shape;3982;p8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3" name="Google Shape;3983;p87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3984" name="Google Shape;3984;p8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5" name="Google Shape;3985;p8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6" name="Google Shape;3986;p8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7" name="Google Shape;3987;p8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8" name="Google Shape;3988;p8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9" name="Google Shape;3989;p8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0" name="Google Shape;3990;p8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91" name="Google Shape;3991;p87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3992" name="Google Shape;3992;p87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3" name="Google Shape;3993;p8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8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8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8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8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8" name="Google Shape;3998;p8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999" name="Google Shape;3999;p8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0" name="Google Shape;4000;p8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1" name="Google Shape;4001;p8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002" name="Google Shape;4002;p8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3" name="Google Shape;4003;p8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04" name="Google Shape;4004;p87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4005" name="Google Shape;4005;p87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4006" name="Google Shape;4006;p87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7" name="Google Shape;4007;p87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08" name="Google Shape;4008;p87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87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0" name="Google Shape;4010;p87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4011" name="Google Shape;4011;p8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2" name="Google Shape;4012;p8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3" name="Google Shape;4013;p8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4" name="Google Shape;4014;p8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5" name="Google Shape;4015;p8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6" name="Google Shape;4016;p8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7" name="Google Shape;4017;p8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p88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0" name="Google Shape;4020;p88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1" name="Google Shape;4021;p88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2" name="Google Shape;4022;p8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23" name="Google Shape;4023;p88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24" name="Google Shape;4024;p88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25" name="Google Shape;4025;p88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26" name="Google Shape;4026;p88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27" name="Google Shape;4027;p88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28" name="Google Shape;4028;p88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029" name="Google Shape;4029;p88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4030" name="Google Shape;4030;p88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4031" name="Google Shape;4031;p88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2" name="Google Shape;4032;p88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3" name="Google Shape;4033;p88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4" name="Google Shape;4034;p88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35" name="Google Shape;4035;p88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4036" name="Google Shape;4036;p88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37" name="Google Shape;4037;p88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4038" name="Google Shape;4038;p8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9" name="Google Shape;4039;p8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040" name="Google Shape;4040;p88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4041" name="Google Shape;4041;p8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2" name="Google Shape;4042;p8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043" name="Google Shape;4043;p88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4" name="Google Shape;4044;p88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4045" name="Google Shape;4045;p88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46" name="Google Shape;4046;p8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7" name="Google Shape;4047;p88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48" name="Google Shape;4048;p88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4049" name="Google Shape;4049;p88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0" name="Google Shape;4050;p88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1" name="Google Shape;4051;p88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2" name="Google Shape;4052;p88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3" name="Google Shape;4053;p88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4" name="Google Shape;4054;p88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5" name="Google Shape;4055;p88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6" name="Google Shape;4056;p88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4057" name="Google Shape;4057;p88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8" name="Google Shape;4058;p88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9" name="Google Shape;4059;p88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0" name="Google Shape;4060;p88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1" name="Google Shape;4061;p88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2" name="Google Shape;4062;p88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3" name="Google Shape;4063;p88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64" name="Google Shape;4064;p88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4065" name="Google Shape;4065;p8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8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7" name="Google Shape;4067;p88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4068" name="Google Shape;4068;p8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69" name="Google Shape;4069;p8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0" name="Google Shape;4070;p8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71" name="Shape 4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2" name="Google Shape;4072;p8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3" name="Google Shape;4073;p89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4" name="Google Shape;4074;p89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5" name="Google Shape;4075;p89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6" name="Google Shape;4076;p89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7" name="Google Shape;4077;p89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78" name="Google Shape;4078;p89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79" name="Google Shape;4079;p89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080" name="Google Shape;4080;p89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4081" name="Google Shape;4081;p89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4082" name="Google Shape;4082;p8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83" name="Google Shape;4083;p89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4084" name="Google Shape;4084;p89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5" name="Google Shape;4085;p89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86" name="Google Shape;4086;p89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4087" name="Google Shape;4087;p89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88" name="Google Shape;4088;p89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089" name="Google Shape;4089;p89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4090" name="Google Shape;4090;p89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91" name="Google Shape;4091;p89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092" name="Google Shape;4092;p89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4093" name="Google Shape;4093;p89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94" name="Google Shape;4094;p89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095" name="Google Shape;4095;p89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4096" name="Google Shape;4096;p89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97" name="Google Shape;4097;p89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4098" name="Google Shape;4098;p89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4099" name="Google Shape;4099;p89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4100" name="Google Shape;4100;p89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4101" name="Google Shape;4101;p89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2" name="Google Shape;4102;p89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3" name="Google Shape;4103;p89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4" name="Google Shape;4104;p89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105" name="Google Shape;4105;p89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4106" name="Google Shape;4106;p89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7" name="Google Shape;4107;p89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108" name="Google Shape;4108;p89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4109" name="Google Shape;4109;p89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0" name="Google Shape;4110;p89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111" name="Google Shape;4111;p89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112" name="Google Shape;4112;p8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3" name="Google Shape;4113;p8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4114" name="Google Shape;4114;p8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5" name="Google Shape;4115;p89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4116" name="Google Shape;4116;p89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4117" name="Google Shape;4117;p8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8" name="Google Shape;4118;p8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9" name="Google Shape;4119;p89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4120" name="Google Shape;4120;p8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8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24" name="Google Shape;4124;p90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5" name="Google Shape;4125;p90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6" name="Google Shape;4126;p90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7" name="Google Shape;4127;p90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8" name="Google Shape;4128;p90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9" name="Google Shape;4129;p90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0" name="Google Shape;4130;p90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1" name="Google Shape;4131;p90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2" name="Google Shape;4132;p90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3" name="Google Shape;4133;p90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4" name="Google Shape;4134;p90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5" name="Google Shape;4135;p90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4136" name="Google Shape;4136;p90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4137" name="Google Shape;4137;p9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38" name="Google Shape;4138;p90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4139" name="Google Shape;4139;p90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90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90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2" name="Google Shape;4142;p90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4143" name="Google Shape;4143;p90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90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45" name="Google Shape;4145;p90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4146" name="Google Shape;4146;p90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4147" name="Google Shape;4147;p9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9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9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150" name="Google Shape;4150;p9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51" name="Google Shape;4151;p90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4152" name="Google Shape;4152;p90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4153" name="Google Shape;4153;p90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4" name="Google Shape;4154;p90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5" name="Google Shape;4155;p90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6" name="Google Shape;4156;p90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7" name="Google Shape;4157;p90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8" name="Google Shape;4158;p90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9" name="Google Shape;4159;p90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160" name="Google Shape;4160;p90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4161" name="Google Shape;4161;p90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2" name="Google Shape;4162;p90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3" name="Google Shape;4163;p90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4" name="Google Shape;4164;p90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5" name="Google Shape;4165;p90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6" name="Google Shape;4166;p90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7" name="Google Shape;4167;p90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168" name="Google Shape;4168;p90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4169" name="Google Shape;4169;p90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170" name="Google Shape;4170;p90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71" name="Google Shape;4171;p90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172" name="Shape 4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3" name="Google Shape;4173;p91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74" name="Google Shape;4174;p91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175" name="Google Shape;4175;p91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76" name="Google Shape;4176;p91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177" name="Google Shape;4177;p91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78" name="Google Shape;4178;p91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179" name="Google Shape;4179;p91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0" name="Google Shape;4180;p91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4181" name="Google Shape;4181;p9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9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3" name="Google Shape;4183;p91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4184" name="Google Shape;4184;p9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85" name="Google Shape;4185;p9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86" name="Google Shape;4186;p9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4187" name="Shape 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Google Shape;4188;p92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9" name="Google Shape;4189;p92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190" name="Google Shape;4190;p92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4191" name="Google Shape;4191;p92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4192" name="Google Shape;4192;p9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3" name="Google Shape;4193;p9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4" name="Google Shape;4194;p92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4195" name="Google Shape;4195;p9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196" name="Google Shape;4196;p9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197" name="Google Shape;4197;p9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198" name="Google Shape;4198;p9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99" name="Google Shape;4199;p9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00" name="Google Shape;4200;p9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01" name="Google Shape;4201;p9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02" name="Google Shape;4202;p9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4203" name="Google Shape;4203;p9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4" name="Google Shape;4204;p92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4205" name="Google Shape;4205;p9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6" name="Google Shape;4206;p9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7" name="Google Shape;4207;p9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8" name="Google Shape;4208;p9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9" name="Google Shape;4209;p92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4210" name="Google Shape;4210;p9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211" name="Google Shape;4211;p9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212" name="Google Shape;4212;p9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213" name="Google Shape;4213;p9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14" name="Google Shape;4214;p9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15" name="Google Shape;4215;p9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16" name="Google Shape;4216;p9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17" name="Google Shape;4217;p9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4218" name="Google Shape;4218;p9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9" name="Google Shape;4219;p92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4220" name="Google Shape;4220;p9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221" name="Google Shape;4221;p9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222" name="Google Shape;4222;p9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223" name="Google Shape;4223;p9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24" name="Google Shape;4224;p9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25" name="Google Shape;4225;p9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26" name="Google Shape;4226;p9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27" name="Google Shape;4227;p9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4228" name="Google Shape;4228;p9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29" name="Google Shape;4229;p92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4230" name="Google Shape;4230;p9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31" name="Google Shape;4231;p92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4232" name="Google Shape;4232;p92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92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92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5" name="Google Shape;4235;p92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6" name="Google Shape;4236;p92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4237" name="Google Shape;4237;p92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38" name="Google Shape;4238;p92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4239" name="Google Shape;4239;p9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0" name="Google Shape;4240;p9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41" name="Google Shape;4241;p92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4242" name="Google Shape;4242;p9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3" name="Google Shape;4243;p9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4244" name="Google Shape;4244;p92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245" name="Shape 4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6" name="Google Shape;4246;p93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4247" name="Google Shape;4247;p93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4248" name="Google Shape;4248;p9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9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9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9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2" name="Google Shape;4252;p93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4253" name="Google Shape;4253;p9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54" name="Google Shape;4254;p9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4255" name="Google Shape;4255;p9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6" name="Google Shape;4256;p9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57" name="Google Shape;4257;p9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4258" name="Google Shape;4258;p9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9" name="Google Shape;4259;p9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60" name="Google Shape;4260;p93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1" name="Google Shape;4261;p93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4262" name="Google Shape;4262;p93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63" name="Google Shape;4263;p9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4" name="Google Shape;4264;p93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65" name="Google Shape;4265;p93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4266" name="Google Shape;4266;p9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7" name="Google Shape;4267;p9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8" name="Google Shape;4268;p9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9" name="Google Shape;4269;p9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9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9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9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3" name="Google Shape;4273;p93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4274" name="Google Shape;4274;p9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9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9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9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8" name="Google Shape;4278;p9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9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9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81" name="Google Shape;4281;p93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4282" name="Google Shape;4282;p9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9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4284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5" name="Google Shape;4285;p94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4286" name="Google Shape;4286;p9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7" name="Google Shape;4287;p94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4288" name="Google Shape;4288;p94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89" name="Google Shape;4289;p94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4290" name="Google Shape;4290;p9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1" name="Google Shape;4291;p9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4292" name="Google Shape;4292;p94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4293" name="Google Shape;4293;p94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94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5" name="Google Shape;4295;p94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4296" name="Google Shape;4296;p9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7" name="Google Shape;4297;p94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98" name="Google Shape;4298;p94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4299" name="Google Shape;4299;p94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4300" name="Google Shape;4300;p9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1" name="Google Shape;4301;p9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2" name="Google Shape;4302;p9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3" name="Google Shape;4303;p9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4" name="Google Shape;4304;p9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5" name="Google Shape;4305;p9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6" name="Google Shape;4306;p9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07" name="Google Shape;4307;p94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4308" name="Google Shape;4308;p9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9" name="Google Shape;4309;p9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0" name="Google Shape;4310;p9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1" name="Google Shape;4311;p9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2" name="Google Shape;4312;p9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3" name="Google Shape;4313;p9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4" name="Google Shape;4314;p9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15" name="Google Shape;4315;p94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4316" name="Google Shape;4316;p9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7" name="Google Shape;4317;p9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8" name="Google Shape;4318;p9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9" name="Google Shape;4319;p9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0" name="Google Shape;4320;p9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1" name="Google Shape;4321;p9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2" name="Google Shape;4322;p9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23" name="Google Shape;4323;p94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4324" name="Google Shape;4324;p9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325" name="Google Shape;4325;p9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26" name="Google Shape;4326;p9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1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9.xml"/><Relationship Id="rId3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8.xml"/><Relationship Id="rId3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90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-2765817" y="-2958610"/>
            <a:ext cx="8164418" cy="6343459"/>
            <a:chOff x="-2613417" y="-2806210"/>
            <a:chExt cx="8164418" cy="6343459"/>
          </a:xfrm>
        </p:grpSpPr>
        <p:grpSp>
          <p:nvGrpSpPr>
            <p:cNvPr id="9" name="Google Shape;9;p1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0" name="Google Shape;10;p1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1" name="Google Shape;11;p1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2" name="Google Shape;12;p1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3" name="Google Shape;13;p1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4" name="Google Shape;14;p1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" name="Google Shape;15;p1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" name="Google Shape;16;p1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" name="Google Shape;17;p1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8" name="Google Shape;18;p1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" name="Google Shape;19;p1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20" name="Google Shape;20;p1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1" name="Google Shape;21;p1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2" name="Google Shape;22;p1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3" name="Google Shape;23;p1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4" name="Google Shape;24;p1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25" name="Google Shape;25;p1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26" name="Google Shape;26;p1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7" name="Google Shape;27;p1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28" name="Google Shape;28;p1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9" name="Google Shape;29;p1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0" name="Google Shape;30;p1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" name="Google Shape;31;p1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" name="Google Shape;32;p1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" name="Google Shape;33;p1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4" name="Google Shape;34;p1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35" name="Google Shape;35;p1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36" name="Google Shape;36;p1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37" name="Google Shape;37;p1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8" name="Google Shape;38;p1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9" name="Google Shape;39;p1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0" name="Google Shape;40;p1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1" name="Google Shape;41;p1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2" name="Google Shape;42;p1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43" name="Google Shape;43;p1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44" name="Google Shape;44;p1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45" name="Google Shape;45;p1"/>
                <p:cNvPicPr preferRelativeResize="0"/>
                <p:nvPr/>
              </p:nvPicPr>
              <p:blipFill rotWithShape="1">
                <a:blip r:embed="rId1">
                  <a:alphaModFix/>
                </a:blip>
                <a:srcRect b="17664" l="0" r="0" t="17657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6" name="Google Shape;46;p1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47" name="Google Shape;47;p1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1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" name="Google Shape;49;p1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50" name="Google Shape;50;p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" name="Google Shape;52;p1"/>
          <p:cNvGrpSpPr/>
          <p:nvPr/>
        </p:nvGrpSpPr>
        <p:grpSpPr>
          <a:xfrm>
            <a:off x="4605344" y="2412775"/>
            <a:ext cx="5765856" cy="4103650"/>
            <a:chOff x="4452944" y="2184175"/>
            <a:chExt cx="5765856" cy="4103650"/>
          </a:xfrm>
        </p:grpSpPr>
        <p:pic>
          <p:nvPicPr>
            <p:cNvPr id="53" name="Google Shape;53;p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-5400000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" name="Google Shape;54;p1"/>
            <p:cNvGrpSpPr/>
            <p:nvPr/>
          </p:nvGrpSpPr>
          <p:grpSpPr>
            <a:xfrm flipH="1" rot="-5400000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55" name="Google Shape;55;p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" name="Google Shape;58;p1"/>
            <p:cNvSpPr/>
            <p:nvPr/>
          </p:nvSpPr>
          <p:spPr>
            <a:xfrm flipH="1" rot="-5400000">
              <a:off x="5435889" y="14813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" name="Google Shape;59;p1"/>
            <p:cNvGrpSpPr/>
            <p:nvPr/>
          </p:nvGrpSpPr>
          <p:grpSpPr>
            <a:xfrm flipH="1" rot="-5400000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60" name="Google Shape;60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1"/>
            <p:cNvGrpSpPr/>
            <p:nvPr/>
          </p:nvGrpSpPr>
          <p:grpSpPr>
            <a:xfrm flipH="1" rot="-5400000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63" name="Google Shape;63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" name="Google Shape;65;p1"/>
            <p:cNvSpPr/>
            <p:nvPr/>
          </p:nvSpPr>
          <p:spPr>
            <a:xfrm flipH="1" rot="5400000">
              <a:off x="6561314" y="2368138"/>
              <a:ext cx="1902692" cy="406951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 flipH="1" rot="5400000">
              <a:off x="6562398" y="2676948"/>
              <a:ext cx="1902692" cy="406951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1"/>
            <p:cNvGrpSpPr/>
            <p:nvPr/>
          </p:nvGrpSpPr>
          <p:grpSpPr>
            <a:xfrm flipH="1" rot="-5400000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68" name="Google Shape;68;p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1"/>
            <p:cNvGrpSpPr/>
            <p:nvPr/>
          </p:nvGrpSpPr>
          <p:grpSpPr>
            <a:xfrm flipH="1" rot="-5400000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76" name="Google Shape;76;p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" name="Google Shape;79;p1"/>
            <p:cNvSpPr/>
            <p:nvPr/>
          </p:nvSpPr>
          <p:spPr>
            <a:xfrm flipH="1" rot="147769">
              <a:off x="7025973" y="4504982"/>
              <a:ext cx="454547" cy="449759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 flipH="1" rot="147769">
              <a:off x="6785273" y="4569932"/>
              <a:ext cx="454547" cy="449759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" name="Google Shape;81;p1"/>
            <p:cNvGrpSpPr/>
            <p:nvPr/>
          </p:nvGrpSpPr>
          <p:grpSpPr>
            <a:xfrm flipH="1" rot="-5400000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82" name="Google Shape;82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8FF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99" name="Google Shape;1499;p3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6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14" name="Google Shape;2914;p64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0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p95"/>
          <p:cNvSpPr txBox="1"/>
          <p:nvPr>
            <p:ph idx="1" type="subTitle"/>
          </p:nvPr>
        </p:nvSpPr>
        <p:spPr>
          <a:xfrm>
            <a:off x="851850" y="2856823"/>
            <a:ext cx="7440300" cy="9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On-device, voice-first language learning for India's 140 million internal migrant workers — built for the phone they already own, the language they already speak, and the life they're already living.</a:t>
            </a:r>
            <a:endParaRPr sz="1200"/>
          </a:p>
        </p:txBody>
      </p:sp>
      <p:sp>
        <p:nvSpPr>
          <p:cNvPr id="4332" name="Google Shape;4332;p95"/>
          <p:cNvSpPr txBox="1"/>
          <p:nvPr>
            <p:ph type="ctrTitle"/>
          </p:nvPr>
        </p:nvSpPr>
        <p:spPr>
          <a:xfrm>
            <a:off x="851850" y="1330875"/>
            <a:ext cx="7162200" cy="12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Seedhe</a:t>
            </a:r>
            <a:r>
              <a:rPr lang="en"/>
              <a:t>Bol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434343"/>
                </a:solidFill>
              </a:rPr>
              <a:t>Functional Indian languages, offline, for people who move for work.</a:t>
            </a:r>
            <a:r>
              <a:rPr b="0" lang="en" sz="1300">
                <a:solidFill>
                  <a:schemeClr val="dk1"/>
                </a:solidFill>
              </a:rPr>
              <a:t> </a:t>
            </a:r>
            <a:endParaRPr b="0" sz="1300">
              <a:solidFill>
                <a:schemeClr val="dk1"/>
              </a:solidFill>
            </a:endParaRPr>
          </a:p>
        </p:txBody>
      </p:sp>
      <p:grpSp>
        <p:nvGrpSpPr>
          <p:cNvPr id="4333" name="Google Shape;4333;p95"/>
          <p:cNvGrpSpPr/>
          <p:nvPr/>
        </p:nvGrpSpPr>
        <p:grpSpPr>
          <a:xfrm>
            <a:off x="851895" y="2643361"/>
            <a:ext cx="4042580" cy="134070"/>
            <a:chOff x="1096850" y="3242811"/>
            <a:chExt cx="3936683" cy="134070"/>
          </a:xfrm>
        </p:grpSpPr>
        <p:cxnSp>
          <p:nvCxnSpPr>
            <p:cNvPr id="4334" name="Google Shape;4334;p9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335" name="Google Shape;4335;p9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4336" name="Google Shape;4336;p9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9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1" name="Shape 4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2" name="Google Shape;4342;p96"/>
          <p:cNvSpPr/>
          <p:nvPr/>
        </p:nvSpPr>
        <p:spPr>
          <a:xfrm>
            <a:off x="422880" y="1285032"/>
            <a:ext cx="3086100" cy="34632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3" name="Google Shape;4343;p96"/>
          <p:cNvSpPr txBox="1"/>
          <p:nvPr/>
        </p:nvSpPr>
        <p:spPr>
          <a:xfrm>
            <a:off x="422880" y="434662"/>
            <a:ext cx="5486400" cy="240000"/>
          </a:xfrm>
          <a:prstGeom prst="rect">
            <a:avLst/>
          </a:prstGeom>
          <a:solidFill>
            <a:srgbClr val="F5F8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PERSON WE ARE BUILDING FOR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4" name="Google Shape;4344;p96"/>
          <p:cNvSpPr txBox="1"/>
          <p:nvPr/>
        </p:nvSpPr>
        <p:spPr>
          <a:xfrm>
            <a:off x="422880" y="551226"/>
            <a:ext cx="7886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Meet Ramesh.</a:t>
            </a:r>
            <a:endParaRPr i="0" sz="24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5" name="Google Shape;4345;p96"/>
          <p:cNvSpPr/>
          <p:nvPr/>
        </p:nvSpPr>
        <p:spPr>
          <a:xfrm>
            <a:off x="549723" y="1385274"/>
            <a:ext cx="617100" cy="617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6" name="Google Shape;4346;p96"/>
          <p:cNvSpPr txBox="1"/>
          <p:nvPr/>
        </p:nvSpPr>
        <p:spPr>
          <a:xfrm>
            <a:off x="549712" y="1385264"/>
            <a:ext cx="617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34</a:t>
            </a:r>
            <a:endParaRPr i="0" sz="15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7" name="Google Shape;4347;p96"/>
          <p:cNvSpPr txBox="1"/>
          <p:nvPr/>
        </p:nvSpPr>
        <p:spPr>
          <a:xfrm>
            <a:off x="1417290" y="1593642"/>
            <a:ext cx="198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Ramesh</a:t>
            </a:r>
            <a:endParaRPr i="0" sz="15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8" name="Google Shape;4348;p96"/>
          <p:cNvSpPr txBox="1"/>
          <p:nvPr/>
        </p:nvSpPr>
        <p:spPr>
          <a:xfrm>
            <a:off x="1417290" y="1854246"/>
            <a:ext cx="198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1" lang="en" sz="900" u="none" cap="none" strike="noStrike">
                <a:solidFill>
                  <a:srgbClr val="6B5B5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Construction worker</a:t>
            </a:r>
            <a:endParaRPr i="0" sz="9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49" name="Google Shape;4349;p96"/>
          <p:cNvSpPr txBox="1"/>
          <p:nvPr/>
        </p:nvSpPr>
        <p:spPr>
          <a:xfrm>
            <a:off x="515433" y="2029164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0" name="Google Shape;4350;p96"/>
          <p:cNvSpPr txBox="1"/>
          <p:nvPr/>
        </p:nvSpPr>
        <p:spPr>
          <a:xfrm>
            <a:off x="1588740" y="2148378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Muzaffarpur, Bihar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1" name="Google Shape;4351;p96"/>
          <p:cNvSpPr txBox="1"/>
          <p:nvPr/>
        </p:nvSpPr>
        <p:spPr>
          <a:xfrm>
            <a:off x="515433" y="2454360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SPEAKS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2" name="Google Shape;4352;p96"/>
          <p:cNvSpPr txBox="1"/>
          <p:nvPr/>
        </p:nvSpPr>
        <p:spPr>
          <a:xfrm>
            <a:off x="1588740" y="2573574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Bhojpuri &amp; functional Hindi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3" name="Google Shape;4353;p96"/>
          <p:cNvSpPr txBox="1"/>
          <p:nvPr/>
        </p:nvSpPr>
        <p:spPr>
          <a:xfrm>
            <a:off x="515433" y="2879556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READS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4" name="Google Shape;4354;p96"/>
          <p:cNvSpPr txBox="1"/>
          <p:nvPr/>
        </p:nvSpPr>
        <p:spPr>
          <a:xfrm>
            <a:off x="1588740" y="2998770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Devanagari only, haltingly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5" name="Google Shape;4355;p96"/>
          <p:cNvSpPr txBox="1"/>
          <p:nvPr/>
        </p:nvSpPr>
        <p:spPr>
          <a:xfrm>
            <a:off x="515433" y="3304752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WORKING IN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6" name="Google Shape;4356;p96"/>
          <p:cNvSpPr txBox="1"/>
          <p:nvPr/>
        </p:nvSpPr>
        <p:spPr>
          <a:xfrm>
            <a:off x="1588740" y="3423966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Chennai — six-month contract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7" name="Google Shape;4357;p96"/>
          <p:cNvSpPr txBox="1"/>
          <p:nvPr/>
        </p:nvSpPr>
        <p:spPr>
          <a:xfrm>
            <a:off x="515433" y="3729948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DEADLINE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8" name="Google Shape;4358;p96"/>
          <p:cNvSpPr txBox="1"/>
          <p:nvPr/>
        </p:nvSpPr>
        <p:spPr>
          <a:xfrm>
            <a:off x="1588740" y="3849162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weeks to speak functional Tamil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59" name="Google Shape;4359;p96"/>
          <p:cNvSpPr txBox="1"/>
          <p:nvPr/>
        </p:nvSpPr>
        <p:spPr>
          <a:xfrm>
            <a:off x="515433" y="4155144"/>
            <a:ext cx="92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OR ELSE</a:t>
            </a:r>
            <a:endParaRPr i="0" sz="8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0" name="Google Shape;4360;p96"/>
          <p:cNvSpPr txBox="1"/>
          <p:nvPr/>
        </p:nvSpPr>
        <p:spPr>
          <a:xfrm>
            <a:off x="1588740" y="4274358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Supervisor stops assigning skilled work</a:t>
            </a:r>
            <a:endParaRPr i="0" sz="1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1" name="Google Shape;4361;p96"/>
          <p:cNvSpPr/>
          <p:nvPr/>
        </p:nvSpPr>
        <p:spPr>
          <a:xfrm>
            <a:off x="3714715" y="1254238"/>
            <a:ext cx="4766400" cy="14058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2" name="Google Shape;4362;p96"/>
          <p:cNvSpPr txBox="1"/>
          <p:nvPr/>
        </p:nvSpPr>
        <p:spPr>
          <a:xfrm>
            <a:off x="4064815" y="1308251"/>
            <a:ext cx="40662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1" lang="en" sz="2000" u="none" cap="none" strike="noStrike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“He can't read Tamil.</a:t>
            </a:r>
            <a:endParaRPr i="0" sz="2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1" lang="en" sz="2000" u="none" cap="none" strike="noStrike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He can barely read Hindi.”</a:t>
            </a:r>
            <a:endParaRPr i="0" sz="2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3" name="Google Shape;4363;p96"/>
          <p:cNvSpPr txBox="1"/>
          <p:nvPr/>
        </p:nvSpPr>
        <p:spPr>
          <a:xfrm>
            <a:off x="3714720" y="2991912"/>
            <a:ext cx="500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B5B52"/>
                </a:solidFill>
                <a:latin typeface="Poppins"/>
                <a:ea typeface="Poppins"/>
                <a:cs typeface="Poppins"/>
                <a:sym typeface="Poppins"/>
              </a:rPr>
              <a:t>This is the constraint every existing language app ignores — and the one that shapes this entire product.</a:t>
            </a:r>
            <a:endParaRPr i="0" sz="11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4" name="Google Shape;4364;p96"/>
          <p:cNvSpPr/>
          <p:nvPr/>
        </p:nvSpPr>
        <p:spPr>
          <a:xfrm>
            <a:off x="3714720" y="3581700"/>
            <a:ext cx="89100" cy="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5" name="Google Shape;4365;p96"/>
          <p:cNvSpPr txBox="1"/>
          <p:nvPr/>
        </p:nvSpPr>
        <p:spPr>
          <a:xfrm>
            <a:off x="3954750" y="3499404"/>
            <a:ext cx="452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Site safety vocabulary</a:t>
            </a:r>
            <a:endParaRPr i="0" sz="10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6" name="Google Shape;4366;p96"/>
          <p:cNvSpPr/>
          <p:nvPr/>
        </p:nvSpPr>
        <p:spPr>
          <a:xfrm>
            <a:off x="3714720" y="3869736"/>
            <a:ext cx="89100" cy="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7" name="Google Shape;4367;p96"/>
          <p:cNvSpPr txBox="1"/>
          <p:nvPr/>
        </p:nvSpPr>
        <p:spPr>
          <a:xfrm>
            <a:off x="3954750" y="3787440"/>
            <a:ext cx="452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Wage negotiation</a:t>
            </a:r>
            <a:endParaRPr i="0" sz="10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8" name="Google Shape;4368;p96"/>
          <p:cNvSpPr/>
          <p:nvPr/>
        </p:nvSpPr>
        <p:spPr>
          <a:xfrm>
            <a:off x="3714720" y="4157772"/>
            <a:ext cx="89100" cy="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69" name="Google Shape;4369;p96"/>
          <p:cNvSpPr txBox="1"/>
          <p:nvPr/>
        </p:nvSpPr>
        <p:spPr>
          <a:xfrm>
            <a:off x="3954750" y="4075476"/>
            <a:ext cx="452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Buying food &amp; directions</a:t>
            </a:r>
            <a:endParaRPr i="0" sz="10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0" name="Google Shape;4370;p96"/>
          <p:cNvSpPr/>
          <p:nvPr/>
        </p:nvSpPr>
        <p:spPr>
          <a:xfrm>
            <a:off x="3714720" y="4445808"/>
            <a:ext cx="89100" cy="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71" name="Google Shape;4371;p96"/>
          <p:cNvSpPr txBox="1"/>
          <p:nvPr/>
        </p:nvSpPr>
        <p:spPr>
          <a:xfrm>
            <a:off x="3954750" y="4363512"/>
            <a:ext cx="452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Hospital basics</a:t>
            </a:r>
            <a:endParaRPr i="0" sz="10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2" name="Google Shape;4372;p96"/>
          <p:cNvSpPr txBox="1"/>
          <p:nvPr/>
        </p:nvSpPr>
        <p:spPr>
          <a:xfrm>
            <a:off x="8422707" y="4642824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800"/>
              <a:buFont typeface="Calibri"/>
              <a:buNone/>
            </a:pPr>
            <a:r>
              <a:rPr i="0" lang="en" sz="800" u="none" cap="none" strike="noStrike">
                <a:solidFill>
                  <a:srgbClr val="6B5B52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i="0" sz="8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6" name="Shape 4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7" name="Google Shape;4377;p97"/>
          <p:cNvSpPr txBox="1"/>
          <p:nvPr/>
        </p:nvSpPr>
        <p:spPr>
          <a:xfrm>
            <a:off x="379105" y="757539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SCALE OF IT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78" name="Google Shape;4378;p97"/>
          <p:cNvSpPr txBox="1"/>
          <p:nvPr/>
        </p:nvSpPr>
        <p:spPr>
          <a:xfrm>
            <a:off x="302905" y="863422"/>
            <a:ext cx="7886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rPr>
              <a:t>Ramesh is not alone.</a:t>
            </a:r>
            <a:endParaRPr i="0" sz="24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79" name="Google Shape;4379;p97"/>
          <p:cNvSpPr txBox="1"/>
          <p:nvPr/>
        </p:nvSpPr>
        <p:spPr>
          <a:xfrm>
            <a:off x="302905" y="1611680"/>
            <a:ext cx="195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140M</a:t>
            </a:r>
            <a:endParaRPr i="0" sz="36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0" name="Google Shape;4380;p97"/>
          <p:cNvSpPr txBox="1"/>
          <p:nvPr/>
        </p:nvSpPr>
        <p:spPr>
          <a:xfrm>
            <a:off x="440065" y="2503220"/>
            <a:ext cx="1680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nternal migrant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workers today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1" name="Google Shape;4381;p97"/>
          <p:cNvSpPr txBox="1"/>
          <p:nvPr/>
        </p:nvSpPr>
        <p:spPr>
          <a:xfrm>
            <a:off x="2497465" y="1611680"/>
            <a:ext cx="195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450M</a:t>
            </a:r>
            <a:endParaRPr i="0" sz="36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2" name="Google Shape;4382;p97"/>
          <p:cNvSpPr txBox="1"/>
          <p:nvPr/>
        </p:nvSpPr>
        <p:spPr>
          <a:xfrm>
            <a:off x="2634625" y="2503220"/>
            <a:ext cx="1680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nternal migrants —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37% of India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3" name="Google Shape;4383;p97"/>
          <p:cNvSpPr txBox="1"/>
          <p:nvPr/>
        </p:nvSpPr>
        <p:spPr>
          <a:xfrm>
            <a:off x="4692025" y="1611680"/>
            <a:ext cx="195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30%</a:t>
            </a:r>
            <a:endParaRPr i="0" sz="36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4" name="Google Shape;4384;p97"/>
          <p:cNvSpPr txBox="1"/>
          <p:nvPr/>
        </p:nvSpPr>
        <p:spPr>
          <a:xfrm>
            <a:off x="4829185" y="2503220"/>
            <a:ext cx="1680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of migrant women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cannot read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5" name="Google Shape;4385;p97"/>
          <p:cNvSpPr txBox="1"/>
          <p:nvPr/>
        </p:nvSpPr>
        <p:spPr>
          <a:xfrm>
            <a:off x="6886585" y="1611680"/>
            <a:ext cx="195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endParaRPr i="0" sz="36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386" name="Google Shape;4386;p97"/>
          <p:cNvSpPr txBox="1"/>
          <p:nvPr/>
        </p:nvSpPr>
        <p:spPr>
          <a:xfrm>
            <a:off x="7023745" y="2503220"/>
            <a:ext cx="1680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consumer products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b="1" i="0" lang="en" sz="1300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built for them</a:t>
            </a:r>
            <a:endParaRPr b="1" i="0" sz="1300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4387" name="Google Shape;4387;p97"/>
          <p:cNvGrpSpPr/>
          <p:nvPr/>
        </p:nvGrpSpPr>
        <p:grpSpPr>
          <a:xfrm>
            <a:off x="440075" y="3473918"/>
            <a:ext cx="8172504" cy="912035"/>
            <a:chOff x="331253" y="3473149"/>
            <a:chExt cx="8389800" cy="1293300"/>
          </a:xfrm>
        </p:grpSpPr>
        <p:sp>
          <p:nvSpPr>
            <p:cNvPr id="4388" name="Google Shape;4388;p97"/>
            <p:cNvSpPr/>
            <p:nvPr/>
          </p:nvSpPr>
          <p:spPr>
            <a:xfrm>
              <a:off x="331253" y="3473149"/>
              <a:ext cx="8389800" cy="12933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6800" lIns="66800" spcFirstLastPara="1" rIns="66800" wrap="square" tIns="66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4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4389" name="Google Shape;4389;p97"/>
            <p:cNvSpPr txBox="1"/>
            <p:nvPr/>
          </p:nvSpPr>
          <p:spPr>
            <a:xfrm>
              <a:off x="628650" y="3742550"/>
              <a:ext cx="7886700" cy="7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8D1"/>
                </a:buClr>
                <a:buSzPts val="1072"/>
                <a:buFont typeface="Calibri"/>
                <a:buNone/>
              </a:pPr>
              <a:r>
                <a:rPr i="1" lang="en" sz="1072" u="none" cap="none" strike="noStrike">
                  <a:solidFill>
                    <a:srgbClr val="1D1D1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Bihar → Tamil Nadu. Odisha → Kerala. UP → Karnataka. Every major migration corridor in India crosses a language boundary — with essentially zero learning material and no shared script.</a:t>
              </a:r>
              <a:endParaRPr i="0" sz="1072" u="none" cap="none" strike="noStrike">
                <a:solidFill>
                  <a:srgbClr val="1D1D1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sp>
        <p:nvSpPr>
          <p:cNvPr id="4390" name="Google Shape;4390;p97"/>
          <p:cNvSpPr txBox="1"/>
          <p:nvPr/>
        </p:nvSpPr>
        <p:spPr>
          <a:xfrm>
            <a:off x="8460807" y="447326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7E8D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rgbClr val="1D1D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4" name="Shape 4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5" name="Google Shape;4395;p98"/>
          <p:cNvSpPr txBox="1"/>
          <p:nvPr>
            <p:ph idx="9" type="subTitle"/>
          </p:nvPr>
        </p:nvSpPr>
        <p:spPr>
          <a:xfrm>
            <a:off x="704850" y="2119600"/>
            <a:ext cx="35970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Wage suppression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6" name="Google Shape;4396;p98"/>
          <p:cNvSpPr txBox="1"/>
          <p:nvPr>
            <p:ph idx="1" type="subTitle"/>
          </p:nvPr>
        </p:nvSpPr>
        <p:spPr>
          <a:xfrm>
            <a:off x="704850" y="2445650"/>
            <a:ext cx="375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Can't negotiate, verify piece rates, or challenge underpayment.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97" name="Google Shape;4397;p98"/>
          <p:cNvSpPr txBox="1"/>
          <p:nvPr>
            <p:ph idx="2" type="subTitle"/>
          </p:nvPr>
        </p:nvSpPr>
        <p:spPr>
          <a:xfrm>
            <a:off x="4761384" y="2445650"/>
            <a:ext cx="375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Can't read site safety instructions or describe an injury at a hospital.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98" name="Google Shape;4398;p98"/>
          <p:cNvSpPr txBox="1"/>
          <p:nvPr>
            <p:ph idx="3" type="subTitle"/>
          </p:nvPr>
        </p:nvSpPr>
        <p:spPr>
          <a:xfrm>
            <a:off x="704850" y="4141825"/>
            <a:ext cx="3597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Total dependence on a contractor as the sole interface to the outside world.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99" name="Google Shape;4399;p98"/>
          <p:cNvSpPr txBox="1"/>
          <p:nvPr>
            <p:ph idx="4" type="subTitle"/>
          </p:nvPr>
        </p:nvSpPr>
        <p:spPr>
          <a:xfrm>
            <a:off x="4761384" y="4141825"/>
            <a:ext cx="375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Can't navigate a ration shop, a bank, a police station, a school admission.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00" name="Google Shape;4400;p98"/>
          <p:cNvSpPr txBox="1"/>
          <p:nvPr>
            <p:ph idx="5" type="title"/>
          </p:nvPr>
        </p:nvSpPr>
        <p:spPr>
          <a:xfrm>
            <a:off x="704854" y="1545700"/>
            <a:ext cx="11763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401" name="Google Shape;4401;p98"/>
          <p:cNvSpPr txBox="1"/>
          <p:nvPr>
            <p:ph idx="6" type="title"/>
          </p:nvPr>
        </p:nvSpPr>
        <p:spPr>
          <a:xfrm>
            <a:off x="704854" y="3241896"/>
            <a:ext cx="11763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402" name="Google Shape;4402;p98"/>
          <p:cNvSpPr txBox="1"/>
          <p:nvPr>
            <p:ph idx="7" type="title"/>
          </p:nvPr>
        </p:nvSpPr>
        <p:spPr>
          <a:xfrm>
            <a:off x="4761382" y="1545700"/>
            <a:ext cx="11763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403" name="Google Shape;4403;p98"/>
          <p:cNvSpPr txBox="1"/>
          <p:nvPr>
            <p:ph idx="8" type="title"/>
          </p:nvPr>
        </p:nvSpPr>
        <p:spPr>
          <a:xfrm>
            <a:off x="4761382" y="3241896"/>
            <a:ext cx="11763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404" name="Google Shape;4404;p98"/>
          <p:cNvSpPr txBox="1"/>
          <p:nvPr>
            <p:ph idx="13" type="subTitle"/>
          </p:nvPr>
        </p:nvSpPr>
        <p:spPr>
          <a:xfrm>
            <a:off x="4761382" y="2119600"/>
            <a:ext cx="35970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Safety risk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5" name="Google Shape;4405;p98"/>
          <p:cNvSpPr txBox="1"/>
          <p:nvPr>
            <p:ph idx="14" type="subTitle"/>
          </p:nvPr>
        </p:nvSpPr>
        <p:spPr>
          <a:xfrm>
            <a:off x="704850" y="3815726"/>
            <a:ext cx="35970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Exploitation exposure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6" name="Google Shape;4406;p98"/>
          <p:cNvSpPr txBox="1"/>
          <p:nvPr>
            <p:ph idx="15" type="subTitle"/>
          </p:nvPr>
        </p:nvSpPr>
        <p:spPr>
          <a:xfrm>
            <a:off x="4761382" y="3815726"/>
            <a:ext cx="35970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Service exclusion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7" name="Google Shape;4407;p98"/>
          <p:cNvSpPr txBox="1"/>
          <p:nvPr/>
        </p:nvSpPr>
        <p:spPr>
          <a:xfrm>
            <a:off x="628659" y="397485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THIS MATTERS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08" name="Google Shape;4408;p98"/>
          <p:cNvSpPr txBox="1"/>
          <p:nvPr/>
        </p:nvSpPr>
        <p:spPr>
          <a:xfrm>
            <a:off x="628659" y="731968"/>
            <a:ext cx="7886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Not speaking the local language isn't an inconvenience.</a:t>
            </a:r>
            <a:endParaRPr i="0" sz="24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2" name="Shape 4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p99"/>
          <p:cNvSpPr txBox="1"/>
          <p:nvPr/>
        </p:nvSpPr>
        <p:spPr>
          <a:xfrm>
            <a:off x="237800" y="644975"/>
            <a:ext cx="8463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0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Not speaking the local language isn't an inconvenience.</a:t>
            </a:r>
            <a:endParaRPr i="0" sz="20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14" name="Google Shape;4414;p99"/>
          <p:cNvSpPr/>
          <p:nvPr/>
        </p:nvSpPr>
        <p:spPr>
          <a:xfrm>
            <a:off x="237792" y="1481650"/>
            <a:ext cx="2043600" cy="2674500"/>
          </a:xfrm>
          <a:prstGeom prst="roundRect">
            <a:avLst>
              <a:gd fmla="val 0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5" name="Google Shape;4415;p99"/>
          <p:cNvSpPr/>
          <p:nvPr/>
        </p:nvSpPr>
        <p:spPr>
          <a:xfrm>
            <a:off x="443532" y="1687390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6" name="Google Shape;4416;p99"/>
          <p:cNvSpPr txBox="1"/>
          <p:nvPr/>
        </p:nvSpPr>
        <p:spPr>
          <a:xfrm>
            <a:off x="443532" y="1687390"/>
            <a:ext cx="411600" cy="41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i="0" sz="16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17" name="Google Shape;4417;p99"/>
          <p:cNvSpPr txBox="1"/>
          <p:nvPr/>
        </p:nvSpPr>
        <p:spPr>
          <a:xfrm>
            <a:off x="443533" y="2236030"/>
            <a:ext cx="1632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200"/>
              <a:buFont typeface="Cambria"/>
              <a:buNone/>
            </a:pPr>
            <a:r>
              <a:rPr b="1" i="0" lang="en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Wage suppression</a:t>
            </a:r>
            <a:endParaRPr i="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8" name="Google Shape;4418;p99"/>
          <p:cNvSpPr txBox="1"/>
          <p:nvPr/>
        </p:nvSpPr>
        <p:spPr>
          <a:xfrm>
            <a:off x="443533" y="2681800"/>
            <a:ext cx="16323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6B5B52"/>
                </a:solidFill>
                <a:latin typeface="Poppins"/>
                <a:ea typeface="Poppins"/>
                <a:cs typeface="Poppins"/>
                <a:sym typeface="Poppins"/>
              </a:rPr>
              <a:t>Can't negotiate, verify piece rates, or challenge underpayment.</a:t>
            </a:r>
            <a:endParaRPr i="0" sz="12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9" name="Google Shape;4419;p99"/>
          <p:cNvSpPr/>
          <p:nvPr/>
        </p:nvSpPr>
        <p:spPr>
          <a:xfrm>
            <a:off x="2446068" y="1481650"/>
            <a:ext cx="2043600" cy="2674500"/>
          </a:xfrm>
          <a:prstGeom prst="roundRect">
            <a:avLst>
              <a:gd fmla="val 0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0" name="Google Shape;4420;p99"/>
          <p:cNvSpPr/>
          <p:nvPr/>
        </p:nvSpPr>
        <p:spPr>
          <a:xfrm>
            <a:off x="2651809" y="1687390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1" name="Google Shape;4421;p99"/>
          <p:cNvSpPr txBox="1"/>
          <p:nvPr/>
        </p:nvSpPr>
        <p:spPr>
          <a:xfrm>
            <a:off x="2651809" y="1687390"/>
            <a:ext cx="411600" cy="41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i="0" sz="16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22" name="Google Shape;4422;p99"/>
          <p:cNvSpPr txBox="1"/>
          <p:nvPr/>
        </p:nvSpPr>
        <p:spPr>
          <a:xfrm>
            <a:off x="2651809" y="2236030"/>
            <a:ext cx="1632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200"/>
              <a:buFont typeface="Cambria"/>
              <a:buNone/>
            </a:pPr>
            <a:r>
              <a:rPr b="1" i="0" lang="en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Safety risk</a:t>
            </a:r>
            <a:endParaRPr i="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3" name="Google Shape;4423;p99"/>
          <p:cNvSpPr txBox="1"/>
          <p:nvPr/>
        </p:nvSpPr>
        <p:spPr>
          <a:xfrm>
            <a:off x="2651809" y="2681800"/>
            <a:ext cx="16323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6B5B52"/>
                </a:solidFill>
                <a:latin typeface="Poppins"/>
                <a:ea typeface="Poppins"/>
                <a:cs typeface="Poppins"/>
                <a:sym typeface="Poppins"/>
              </a:rPr>
              <a:t>Can't read site safety instructions or describe an injury at a hospital.</a:t>
            </a:r>
            <a:endParaRPr i="0" sz="12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4" name="Google Shape;4424;p99"/>
          <p:cNvSpPr/>
          <p:nvPr/>
        </p:nvSpPr>
        <p:spPr>
          <a:xfrm>
            <a:off x="4654344" y="1481650"/>
            <a:ext cx="2043600" cy="2674500"/>
          </a:xfrm>
          <a:prstGeom prst="roundRect">
            <a:avLst>
              <a:gd fmla="val 0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5" name="Google Shape;4425;p99"/>
          <p:cNvSpPr/>
          <p:nvPr/>
        </p:nvSpPr>
        <p:spPr>
          <a:xfrm>
            <a:off x="4860085" y="1687390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6" name="Google Shape;4426;p99"/>
          <p:cNvSpPr txBox="1"/>
          <p:nvPr/>
        </p:nvSpPr>
        <p:spPr>
          <a:xfrm>
            <a:off x="4860085" y="1687390"/>
            <a:ext cx="411600" cy="41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i="0" sz="16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27" name="Google Shape;4427;p99"/>
          <p:cNvSpPr txBox="1"/>
          <p:nvPr/>
        </p:nvSpPr>
        <p:spPr>
          <a:xfrm>
            <a:off x="4860085" y="2236030"/>
            <a:ext cx="1632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200"/>
              <a:buFont typeface="Cambria"/>
              <a:buNone/>
            </a:pPr>
            <a:r>
              <a:rPr b="1" i="0" lang="en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Exploitation exposure</a:t>
            </a:r>
            <a:endParaRPr i="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8" name="Google Shape;4428;p99"/>
          <p:cNvSpPr txBox="1"/>
          <p:nvPr/>
        </p:nvSpPr>
        <p:spPr>
          <a:xfrm>
            <a:off x="4860085" y="2681800"/>
            <a:ext cx="16323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6B5B52"/>
                </a:solidFill>
                <a:latin typeface="Poppins"/>
                <a:ea typeface="Poppins"/>
                <a:cs typeface="Poppins"/>
                <a:sym typeface="Poppins"/>
              </a:rPr>
              <a:t>Total dependence on a contractor as the sole interface to the outside world.</a:t>
            </a:r>
            <a:endParaRPr i="0" sz="12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9" name="Google Shape;4429;p99"/>
          <p:cNvSpPr/>
          <p:nvPr/>
        </p:nvSpPr>
        <p:spPr>
          <a:xfrm>
            <a:off x="6862621" y="1481650"/>
            <a:ext cx="2043600" cy="2674500"/>
          </a:xfrm>
          <a:prstGeom prst="roundRect">
            <a:avLst>
              <a:gd fmla="val 0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0" name="Google Shape;4430;p99"/>
          <p:cNvSpPr/>
          <p:nvPr/>
        </p:nvSpPr>
        <p:spPr>
          <a:xfrm>
            <a:off x="7068361" y="1687390"/>
            <a:ext cx="411600" cy="41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1" name="Google Shape;4431;p99"/>
          <p:cNvSpPr txBox="1"/>
          <p:nvPr/>
        </p:nvSpPr>
        <p:spPr>
          <a:xfrm>
            <a:off x="7068361" y="1687390"/>
            <a:ext cx="411600" cy="41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i="0" sz="1600" u="none" cap="none" strike="noStrike">
              <a:solidFill>
                <a:srgbClr val="1D1D1D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32" name="Google Shape;4432;p99"/>
          <p:cNvSpPr txBox="1"/>
          <p:nvPr/>
        </p:nvSpPr>
        <p:spPr>
          <a:xfrm>
            <a:off x="7068361" y="2236030"/>
            <a:ext cx="1632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200"/>
              <a:buFont typeface="Cambria"/>
              <a:buNone/>
            </a:pPr>
            <a:r>
              <a:rPr b="1" i="0" lang="en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Service exclusion</a:t>
            </a:r>
            <a:endParaRPr i="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3" name="Google Shape;4433;p99"/>
          <p:cNvSpPr txBox="1"/>
          <p:nvPr/>
        </p:nvSpPr>
        <p:spPr>
          <a:xfrm>
            <a:off x="7068361" y="2681800"/>
            <a:ext cx="16323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6B5B52"/>
                </a:solidFill>
                <a:latin typeface="Poppins"/>
                <a:ea typeface="Poppins"/>
                <a:cs typeface="Poppins"/>
                <a:sym typeface="Poppins"/>
              </a:rPr>
              <a:t>Can't navigate a ration shop, a bank, a police station, a school admission.</a:t>
            </a:r>
            <a:endParaRPr i="0" sz="12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4" name="Google Shape;4434;p99"/>
          <p:cNvSpPr txBox="1"/>
          <p:nvPr/>
        </p:nvSpPr>
        <p:spPr>
          <a:xfrm>
            <a:off x="237793" y="4251520"/>
            <a:ext cx="8298300" cy="342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i="1" lang="en" sz="1200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It is also a mental-health cost nobody measures: social isolation, in a place you cannot yet call home.</a:t>
            </a:r>
            <a:endParaRPr i="0" sz="120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5" name="Google Shape;4435;p99"/>
          <p:cNvSpPr txBox="1"/>
          <p:nvPr/>
        </p:nvSpPr>
        <p:spPr>
          <a:xfrm>
            <a:off x="8350807" y="469771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5B5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rgbClr val="1D1D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6" name="Google Shape;4436;p99"/>
          <p:cNvSpPr txBox="1"/>
          <p:nvPr/>
        </p:nvSpPr>
        <p:spPr>
          <a:xfrm>
            <a:off x="237809" y="549085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THIS MATTERS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0" name="Shape 4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1" name="Google Shape;4441;p100"/>
          <p:cNvSpPr txBox="1"/>
          <p:nvPr>
            <p:ph type="title"/>
          </p:nvPr>
        </p:nvSpPr>
        <p:spPr>
          <a:xfrm>
            <a:off x="723388" y="95258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Why every existing option fails him.</a:t>
            </a:r>
            <a:endParaRPr sz="2100">
              <a:solidFill>
                <a:schemeClr val="dk1"/>
              </a:solidFill>
            </a:endParaRPr>
          </a:p>
        </p:txBody>
      </p:sp>
      <p:graphicFrame>
        <p:nvGraphicFramePr>
          <p:cNvPr id="4442" name="Google Shape;4442;p100"/>
          <p:cNvGraphicFramePr/>
          <p:nvPr/>
        </p:nvGraphicFramePr>
        <p:xfrm>
          <a:off x="720013" y="175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{86B337C6-AFE6-4342-A976-547EAE34EA2F}</a:tableStyleId>
              </a:tblPr>
              <a:tblGrid>
                <a:gridCol w="2638000"/>
                <a:gridCol w="5066000"/>
              </a:tblGrid>
              <a:tr h="52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Duolingo</a:t>
                      </a:r>
                      <a:endParaRPr b="1" sz="1200" u="sng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English-centric. Assumes literacy. Teaches tourist words, not survival vocabulary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Google Translate</a:t>
                      </a:r>
                      <a:endParaRPr b="1" sz="1200" u="sng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lookup tool, not a teacher. No retention, no pronunciation feedback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Bhashini-powered apps</a:t>
                      </a:r>
                      <a:endParaRPr b="1" sz="1200" u="sng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Excellent models — but cloud-first. No offline mode at all.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NGO / in-person classes</a:t>
                      </a:r>
                      <a:endParaRPr b="1" sz="1200" u="sng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Actually work — but don't scale, and shift work makes fixed timing impossible.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43" name="Google Shape;4443;p100"/>
          <p:cNvSpPr txBox="1"/>
          <p:nvPr/>
        </p:nvSpPr>
        <p:spPr>
          <a:xfrm>
            <a:off x="716613" y="726963"/>
            <a:ext cx="3000000" cy="33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COMPETITIVE GAP</a:t>
            </a:r>
            <a:endParaRPr sz="10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44" name="Google Shape;4444;p100"/>
          <p:cNvSpPr txBox="1"/>
          <p:nvPr/>
        </p:nvSpPr>
        <p:spPr>
          <a:xfrm>
            <a:off x="716613" y="4039427"/>
            <a:ext cx="7704000" cy="3771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1000"/>
              <a:buFont typeface="Calibri"/>
              <a:buNone/>
            </a:pPr>
            <a:r>
              <a:rPr b="1" i="1" lang="en" sz="1000" u="none" cap="none" strike="noStrike">
                <a:solidFill>
                  <a:srgbClr val="2B1C17"/>
                </a:solidFill>
                <a:latin typeface="Poppins"/>
                <a:ea typeface="Poppins"/>
                <a:cs typeface="Poppins"/>
                <a:sym typeface="Poppins"/>
              </a:rPr>
              <a:t>The unoccupied position: Indian-language-to-Indian-language, offline, voice-first, occupation-specific — on the phone he already owns.</a:t>
            </a:r>
            <a:endParaRPr i="0" sz="1000" u="none" cap="none" strike="noStrike">
              <a:solidFill>
                <a:srgbClr val="1D1D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8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Google Shape;4449;p101"/>
          <p:cNvSpPr txBox="1"/>
          <p:nvPr>
            <p:ph type="title"/>
          </p:nvPr>
        </p:nvSpPr>
        <p:spPr>
          <a:xfrm>
            <a:off x="604050" y="3717216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"/>
                <a:ea typeface="Poppins"/>
                <a:cs typeface="Poppins"/>
                <a:sym typeface="Poppins"/>
              </a:rPr>
              <a:t>Everything in SeedheBol follows from taking that user seriously.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0" name="Google Shape;4450;p101"/>
          <p:cNvSpPr txBox="1"/>
          <p:nvPr>
            <p:ph idx="1" type="subTitle"/>
          </p:nvPr>
        </p:nvSpPr>
        <p:spPr>
          <a:xfrm>
            <a:off x="604050" y="1233075"/>
            <a:ext cx="7935900" cy="2223000"/>
          </a:xfrm>
          <a:prstGeom prst="rect">
            <a:avLst/>
          </a:prstGeom>
          <a:solidFill>
            <a:srgbClr val="BFBEF7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highlight>
                  <a:srgbClr val="BFBEF7"/>
                </a:highlight>
              </a:rPr>
              <a:t>Duolingo teaches you to talk about owls.</a:t>
            </a:r>
            <a:br>
              <a:rPr i="1" lang="en" sz="2400">
                <a:highlight>
                  <a:srgbClr val="BFBEF7"/>
                </a:highlight>
              </a:rPr>
            </a:br>
            <a:r>
              <a:rPr b="1" i="1" lang="en" sz="2400">
                <a:highlight>
                  <a:srgbClr val="BFBEF7"/>
                </a:highlight>
              </a:rPr>
              <a:t>India's language problem is a Bihari construction worker in Chennai who has three weeks to become functional in Tamil.</a:t>
            </a:r>
            <a:endParaRPr sz="2600">
              <a:highlight>
                <a:srgbClr val="BFBEF7"/>
              </a:highlight>
            </a:endParaRPr>
          </a:p>
        </p:txBody>
      </p:sp>
      <p:grpSp>
        <p:nvGrpSpPr>
          <p:cNvPr id="4451" name="Google Shape;4451;p101"/>
          <p:cNvGrpSpPr/>
          <p:nvPr/>
        </p:nvGrpSpPr>
        <p:grpSpPr>
          <a:xfrm flipH="1" rot="-5400000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4452" name="Google Shape;4452;p101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101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4" name="Google Shape;4454;p101"/>
          <p:cNvGrpSpPr/>
          <p:nvPr/>
        </p:nvGrpSpPr>
        <p:grpSpPr>
          <a:xfrm>
            <a:off x="686925" y="3568938"/>
            <a:ext cx="4558967" cy="134100"/>
            <a:chOff x="796100" y="3019701"/>
            <a:chExt cx="4558967" cy="134100"/>
          </a:xfrm>
        </p:grpSpPr>
        <p:sp>
          <p:nvSpPr>
            <p:cNvPr id="4455" name="Google Shape;4455;p10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56" name="Google Shape;4456;p10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57" name="Google Shape;4457;p10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8" name="Google Shape;4458;p101"/>
          <p:cNvSpPr txBox="1"/>
          <p:nvPr/>
        </p:nvSpPr>
        <p:spPr>
          <a:xfrm>
            <a:off x="604050" y="894375"/>
            <a:ext cx="3000000" cy="33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REFRAME</a:t>
            </a:r>
            <a:endParaRPr sz="10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2" name="Shape 4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3" name="Google Shape;4463;p102"/>
          <p:cNvSpPr txBox="1"/>
          <p:nvPr>
            <p:ph idx="6" type="subTitle"/>
          </p:nvPr>
        </p:nvSpPr>
        <p:spPr>
          <a:xfrm>
            <a:off x="6034791" y="2626250"/>
            <a:ext cx="2292000" cy="617100"/>
          </a:xfrm>
          <a:prstGeom prst="rect">
            <a:avLst/>
          </a:prstGeom>
          <a:solidFill>
            <a:srgbClr val="F5F8FF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Offline is the default state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4" name="Google Shape;4464;p102"/>
          <p:cNvSpPr txBox="1"/>
          <p:nvPr>
            <p:ph idx="1" type="subTitle"/>
          </p:nvPr>
        </p:nvSpPr>
        <p:spPr>
          <a:xfrm>
            <a:off x="748850" y="3202300"/>
            <a:ext cx="2360400" cy="1088100"/>
          </a:xfrm>
          <a:prstGeom prst="rect">
            <a:avLst/>
          </a:prstGeom>
          <a:solidFill>
            <a:srgbClr val="F5F8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Every core loop is completable without reading a single word. Text is an optional enhancement layer.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65" name="Google Shape;4465;p102"/>
          <p:cNvSpPr txBox="1"/>
          <p:nvPr>
            <p:ph idx="2" type="subTitle"/>
          </p:nvPr>
        </p:nvSpPr>
        <p:spPr>
          <a:xfrm>
            <a:off x="3460925" y="3202288"/>
            <a:ext cx="2360400" cy="1088100"/>
          </a:xfrm>
          <a:prstGeom prst="rect">
            <a:avLst/>
          </a:prstGeom>
          <a:solidFill>
            <a:srgbClr val="F5F8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Bhojpuri speaker learning Tamil gets explanations in Bhojpuri and Tamil. English pivoting destroys register and idiom.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66" name="Google Shape;4466;p102"/>
          <p:cNvSpPr txBox="1"/>
          <p:nvPr>
            <p:ph idx="3" type="subTitle"/>
          </p:nvPr>
        </p:nvSpPr>
        <p:spPr>
          <a:xfrm>
            <a:off x="6034725" y="3202300"/>
            <a:ext cx="2360400" cy="1088100"/>
          </a:xfrm>
          <a:prstGeom prst="rect">
            <a:avLst/>
          </a:prstGeom>
          <a:solidFill>
            <a:srgbClr val="F5F8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Not a degraded mode — the assumption. Connectivity, when present, is used only for optional sync, never for inference.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67" name="Google Shape;4467;p102"/>
          <p:cNvSpPr txBox="1"/>
          <p:nvPr>
            <p:ph idx="4" type="subTitle"/>
          </p:nvPr>
        </p:nvSpPr>
        <p:spPr>
          <a:xfrm>
            <a:off x="748908" y="2626250"/>
            <a:ext cx="2360400" cy="617100"/>
          </a:xfrm>
          <a:prstGeom prst="rect">
            <a:avLst/>
          </a:prstGeom>
          <a:solidFill>
            <a:srgbClr val="F5F8FF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Voice is the interface, not a feature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8" name="Google Shape;4468;p102"/>
          <p:cNvSpPr txBox="1"/>
          <p:nvPr>
            <p:ph idx="5" type="subTitle"/>
          </p:nvPr>
        </p:nvSpPr>
        <p:spPr>
          <a:xfrm>
            <a:off x="3460986" y="2626238"/>
            <a:ext cx="2294700" cy="617100"/>
          </a:xfrm>
          <a:prstGeom prst="rect">
            <a:avLst/>
          </a:prstGeom>
          <a:solidFill>
            <a:srgbClr val="F5F8FF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Direct L1 → L2, never through English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9" name="Google Shape;4469;p102"/>
          <p:cNvSpPr txBox="1"/>
          <p:nvPr/>
        </p:nvSpPr>
        <p:spPr>
          <a:xfrm>
            <a:off x="628643" y="853116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 THESIS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70" name="Google Shape;4470;p102"/>
          <p:cNvSpPr txBox="1"/>
          <p:nvPr/>
        </p:nvSpPr>
        <p:spPr>
          <a:xfrm>
            <a:off x="628643" y="1035199"/>
            <a:ext cx="7886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non-negotiable design principles.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4471" name="Google Shape;447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977" y="1795146"/>
            <a:ext cx="573425" cy="55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2" name="Google Shape;447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46" y="1831669"/>
            <a:ext cx="614428" cy="57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3" name="Google Shape;4473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100" y="1849199"/>
            <a:ext cx="614425" cy="538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8" name="Shape 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Google Shape;4479;p103"/>
          <p:cNvSpPr txBox="1"/>
          <p:nvPr/>
        </p:nvSpPr>
        <p:spPr>
          <a:xfrm>
            <a:off x="422930" y="742998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MOAT</a:t>
            </a:r>
            <a:endParaRPr i="0" sz="1000" u="none" cap="none" strike="noStrike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80" name="Google Shape;4480;p103"/>
          <p:cNvSpPr txBox="1"/>
          <p:nvPr/>
        </p:nvSpPr>
        <p:spPr>
          <a:xfrm>
            <a:off x="422930" y="969312"/>
            <a:ext cx="7886700" cy="891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400" u="none" cap="none" strike="noStrike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On-device is not an optimisation. It's what makes the flagship feature legal.</a:t>
            </a:r>
            <a:endParaRPr i="0" sz="2400" u="none" cap="none" strike="noStrike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81" name="Google Shape;4481;p103"/>
          <p:cNvSpPr/>
          <p:nvPr/>
        </p:nvSpPr>
        <p:spPr>
          <a:xfrm>
            <a:off x="422925" y="2000812"/>
            <a:ext cx="4937700" cy="2399700"/>
          </a:xfrm>
          <a:prstGeom prst="roundRect">
            <a:avLst>
              <a:gd fmla="val 0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2" name="Google Shape;4482;p103"/>
          <p:cNvSpPr txBox="1"/>
          <p:nvPr/>
        </p:nvSpPr>
        <p:spPr>
          <a:xfrm>
            <a:off x="662955" y="2146128"/>
            <a:ext cx="4457700" cy="4428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mbria"/>
              <a:buNone/>
            </a:pPr>
            <a:r>
              <a:rPr b="1" i="0" lang="en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Ambient vocabulary mining</a:t>
            </a:r>
            <a:endParaRPr i="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3" name="Google Shape;4483;p103"/>
          <p:cNvSpPr txBox="1"/>
          <p:nvPr/>
        </p:nvSpPr>
        <p:spPr>
          <a:xfrm>
            <a:off x="662950" y="2690532"/>
            <a:ext cx="4457700" cy="13545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phone passively hears the language around Ramesh — a shop, a canteen, a bus — and builds tomorrow's lesson from it. 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Streaming continuous ambient audio to a cloud server is a privacy catastrophe and a non-starter under India's DPDP framework. 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On-device is what makes this feature shippable at all.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4" name="Google Shape;4484;p103"/>
          <p:cNvSpPr/>
          <p:nvPr/>
        </p:nvSpPr>
        <p:spPr>
          <a:xfrm>
            <a:off x="5600724" y="2197623"/>
            <a:ext cx="109800" cy="118500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5" name="Google Shape;4485;p103"/>
          <p:cNvSpPr txBox="1"/>
          <p:nvPr/>
        </p:nvSpPr>
        <p:spPr>
          <a:xfrm>
            <a:off x="5840754" y="2094012"/>
            <a:ext cx="2880300" cy="258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Zero marginal cost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6" name="Google Shape;4486;p103"/>
          <p:cNvSpPr txBox="1"/>
          <p:nvPr/>
        </p:nvSpPr>
        <p:spPr>
          <a:xfrm>
            <a:off x="5840754" y="2330839"/>
            <a:ext cx="2880300" cy="295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Free forever — no per-query API bill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7" name="Google Shape;4487;p103"/>
          <p:cNvSpPr/>
          <p:nvPr/>
        </p:nvSpPr>
        <p:spPr>
          <a:xfrm>
            <a:off x="5600724" y="2730484"/>
            <a:ext cx="109800" cy="118500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8" name="Google Shape;4488;p103"/>
          <p:cNvSpPr txBox="1"/>
          <p:nvPr/>
        </p:nvSpPr>
        <p:spPr>
          <a:xfrm>
            <a:off x="5840754" y="2626872"/>
            <a:ext cx="2880300" cy="258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Zero data cost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9" name="Google Shape;4489;p103"/>
          <p:cNvSpPr txBox="1"/>
          <p:nvPr/>
        </p:nvSpPr>
        <p:spPr>
          <a:xfrm>
            <a:off x="5840754" y="2863699"/>
            <a:ext cx="2880300" cy="295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Works on a rationed 1.5GB/day plan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0" name="Google Shape;4490;p103"/>
          <p:cNvSpPr/>
          <p:nvPr/>
        </p:nvSpPr>
        <p:spPr>
          <a:xfrm>
            <a:off x="5600724" y="3263345"/>
            <a:ext cx="109800" cy="118500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1" name="Google Shape;4491;p103"/>
          <p:cNvSpPr txBox="1"/>
          <p:nvPr/>
        </p:nvSpPr>
        <p:spPr>
          <a:xfrm>
            <a:off x="5840754" y="3159733"/>
            <a:ext cx="2880300" cy="258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Zero latency floor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2" name="Google Shape;4492;p103"/>
          <p:cNvSpPr txBox="1"/>
          <p:nvPr/>
        </p:nvSpPr>
        <p:spPr>
          <a:xfrm>
            <a:off x="5840754" y="3396560"/>
            <a:ext cx="2880300" cy="295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Roleplay feels like conversation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3" name="Google Shape;4493;p103"/>
          <p:cNvSpPr/>
          <p:nvPr/>
        </p:nvSpPr>
        <p:spPr>
          <a:xfrm>
            <a:off x="5600724" y="3796205"/>
            <a:ext cx="109800" cy="118500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4" name="Google Shape;4494;p103"/>
          <p:cNvSpPr txBox="1"/>
          <p:nvPr/>
        </p:nvSpPr>
        <p:spPr>
          <a:xfrm>
            <a:off x="5840754" y="3692593"/>
            <a:ext cx="2880300" cy="258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Works in airplane mode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5" name="Google Shape;4495;p103"/>
          <p:cNvSpPr txBox="1"/>
          <p:nvPr/>
        </p:nvSpPr>
        <p:spPr>
          <a:xfrm>
            <a:off x="5829291" y="4104633"/>
            <a:ext cx="2880300" cy="295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Construction site, no signal, no problem</a:t>
            </a:r>
            <a:endParaRPr i="0" sz="1200" u="none" cap="none" strike="noStrike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6" name="Google Shape;4496;p103"/>
          <p:cNvSpPr txBox="1"/>
          <p:nvPr/>
        </p:nvSpPr>
        <p:spPr>
          <a:xfrm>
            <a:off x="8524500" y="4969984"/>
            <a:ext cx="411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7E8D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0" name="Shape 4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Google Shape;4501;p104"/>
          <p:cNvSpPr txBox="1"/>
          <p:nvPr>
            <p:ph idx="1" type="subTitle"/>
          </p:nvPr>
        </p:nvSpPr>
        <p:spPr>
          <a:xfrm>
            <a:off x="720000" y="2264179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demo. If this works, nothing else is essential.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02" name="Google Shape;4502;p104"/>
          <p:cNvSpPr txBox="1"/>
          <p:nvPr>
            <p:ph idx="2" type="subTitle"/>
          </p:nvPr>
        </p:nvSpPr>
        <p:spPr>
          <a:xfrm>
            <a:off x="3469875" y="2264170"/>
            <a:ext cx="263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L1-interference-aware targeting — the technical depth.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03" name="Google Shape;4503;p104"/>
          <p:cNvSpPr txBox="1"/>
          <p:nvPr>
            <p:ph idx="13" type="subTitle"/>
          </p:nvPr>
        </p:nvSpPr>
        <p:spPr>
          <a:xfrm>
            <a:off x="3469872" y="3563245"/>
            <a:ext cx="2204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Zero-literacy voice-first shell</a:t>
            </a:r>
            <a:endParaRPr sz="1400"/>
          </a:p>
        </p:txBody>
      </p:sp>
      <p:sp>
        <p:nvSpPr>
          <p:cNvPr id="4504" name="Google Shape;4504;p104"/>
          <p:cNvSpPr txBox="1"/>
          <p:nvPr>
            <p:ph idx="7" type="subTitle"/>
          </p:nvPr>
        </p:nvSpPr>
        <p:spPr>
          <a:xfrm>
            <a:off x="720000" y="1641820"/>
            <a:ext cx="2749800" cy="6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Offline roleplay dialogue loop</a:t>
            </a:r>
            <a:endParaRPr sz="1400"/>
          </a:p>
        </p:txBody>
      </p:sp>
      <p:sp>
        <p:nvSpPr>
          <p:cNvPr id="4505" name="Google Shape;4505;p104"/>
          <p:cNvSpPr txBox="1"/>
          <p:nvPr>
            <p:ph idx="8" type="subTitle"/>
          </p:nvPr>
        </p:nvSpPr>
        <p:spPr>
          <a:xfrm>
            <a:off x="3469876" y="1641820"/>
            <a:ext cx="2571000" cy="6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Phoneme-level pronunciation feedback</a:t>
            </a:r>
            <a:endParaRPr sz="1400"/>
          </a:p>
        </p:txBody>
      </p:sp>
      <p:sp>
        <p:nvSpPr>
          <p:cNvPr id="4506" name="Google Shape;4506;p104"/>
          <p:cNvSpPr txBox="1"/>
          <p:nvPr>
            <p:ph idx="3" type="subTitle"/>
          </p:nvPr>
        </p:nvSpPr>
        <p:spPr>
          <a:xfrm>
            <a:off x="720000" y="4059741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moat argument — impossible as a cloud product.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07" name="Google Shape;4507;p104"/>
          <p:cNvSpPr txBox="1"/>
          <p:nvPr>
            <p:ph idx="4" type="subTitle"/>
          </p:nvPr>
        </p:nvSpPr>
        <p:spPr>
          <a:xfrm>
            <a:off x="3469872" y="4059741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entire app operable without reading anything.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08" name="Google Shape;4508;p104"/>
          <p:cNvSpPr txBox="1"/>
          <p:nvPr>
            <p:ph idx="5" type="subTitle"/>
          </p:nvPr>
        </p:nvSpPr>
        <p:spPr>
          <a:xfrm>
            <a:off x="6219751" y="2264179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Point at a signboard, get a translation and a lesson.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09" name="Google Shape;4509;p104"/>
          <p:cNvSpPr txBox="1"/>
          <p:nvPr>
            <p:ph idx="6" type="subTitle"/>
          </p:nvPr>
        </p:nvSpPr>
        <p:spPr>
          <a:xfrm>
            <a:off x="6219751" y="4059741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Batch assessment report, phone to laptop.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10" name="Google Shape;4510;p104"/>
          <p:cNvSpPr txBox="1"/>
          <p:nvPr>
            <p:ph idx="9" type="subTitle"/>
          </p:nvPr>
        </p:nvSpPr>
        <p:spPr>
          <a:xfrm>
            <a:off x="720000" y="3563245"/>
            <a:ext cx="2204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Ambient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vocabulary mining</a:t>
            </a:r>
            <a:endParaRPr sz="1400"/>
          </a:p>
        </p:txBody>
      </p:sp>
      <p:sp>
        <p:nvSpPr>
          <p:cNvPr id="4511" name="Google Shape;4511;p104"/>
          <p:cNvSpPr txBox="1"/>
          <p:nvPr>
            <p:ph idx="14" type="subTitle"/>
          </p:nvPr>
        </p:nvSpPr>
        <p:spPr>
          <a:xfrm>
            <a:off x="6219751" y="1641820"/>
            <a:ext cx="2204100" cy="6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Camera OCR → micro-lesson</a:t>
            </a:r>
            <a:endParaRPr sz="1400"/>
          </a:p>
        </p:txBody>
      </p:sp>
      <p:sp>
        <p:nvSpPr>
          <p:cNvPr id="4512" name="Google Shape;4512;p104"/>
          <p:cNvSpPr txBox="1"/>
          <p:nvPr>
            <p:ph idx="15" type="subTitle"/>
          </p:nvPr>
        </p:nvSpPr>
        <p:spPr>
          <a:xfrm>
            <a:off x="6219751" y="3563245"/>
            <a:ext cx="2204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Office Kit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teacher export</a:t>
            </a:r>
            <a:endParaRPr sz="1400"/>
          </a:p>
        </p:txBody>
      </p:sp>
      <p:sp>
        <p:nvSpPr>
          <p:cNvPr id="4513" name="Google Shape;4513;p104"/>
          <p:cNvSpPr txBox="1"/>
          <p:nvPr>
            <p:ph idx="4294967295" type="title"/>
          </p:nvPr>
        </p:nvSpPr>
        <p:spPr>
          <a:xfrm>
            <a:off x="720004" y="1232995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01</a:t>
            </a:r>
            <a:endParaRPr sz="2400"/>
          </a:p>
        </p:txBody>
      </p:sp>
      <p:sp>
        <p:nvSpPr>
          <p:cNvPr id="4514" name="Google Shape;4514;p104"/>
          <p:cNvSpPr txBox="1"/>
          <p:nvPr>
            <p:ph idx="4294967295" type="title"/>
          </p:nvPr>
        </p:nvSpPr>
        <p:spPr>
          <a:xfrm>
            <a:off x="3570154" y="1232995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02</a:t>
            </a:r>
            <a:endParaRPr sz="2400"/>
          </a:p>
        </p:txBody>
      </p:sp>
      <p:sp>
        <p:nvSpPr>
          <p:cNvPr id="4515" name="Google Shape;4515;p104"/>
          <p:cNvSpPr txBox="1"/>
          <p:nvPr>
            <p:ph idx="4294967295" type="title"/>
          </p:nvPr>
        </p:nvSpPr>
        <p:spPr>
          <a:xfrm>
            <a:off x="6279254" y="1232995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03</a:t>
            </a:r>
            <a:endParaRPr sz="2400"/>
          </a:p>
        </p:txBody>
      </p:sp>
      <p:sp>
        <p:nvSpPr>
          <p:cNvPr id="4516" name="Google Shape;4516;p104"/>
          <p:cNvSpPr txBox="1"/>
          <p:nvPr>
            <p:ph idx="4294967295" type="title"/>
          </p:nvPr>
        </p:nvSpPr>
        <p:spPr>
          <a:xfrm>
            <a:off x="720004" y="2923050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04</a:t>
            </a:r>
            <a:endParaRPr sz="2400"/>
          </a:p>
        </p:txBody>
      </p:sp>
      <p:sp>
        <p:nvSpPr>
          <p:cNvPr id="4517" name="Google Shape;4517;p104"/>
          <p:cNvSpPr txBox="1"/>
          <p:nvPr>
            <p:ph idx="4294967295" type="title"/>
          </p:nvPr>
        </p:nvSpPr>
        <p:spPr>
          <a:xfrm>
            <a:off x="3570154" y="2923050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05</a:t>
            </a:r>
            <a:endParaRPr sz="2400"/>
          </a:p>
        </p:txBody>
      </p:sp>
      <p:sp>
        <p:nvSpPr>
          <p:cNvPr id="4518" name="Google Shape;4518;p104"/>
          <p:cNvSpPr txBox="1"/>
          <p:nvPr>
            <p:ph idx="4294967295" type="title"/>
          </p:nvPr>
        </p:nvSpPr>
        <p:spPr>
          <a:xfrm>
            <a:off x="6279254" y="2923050"/>
            <a:ext cx="117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06</a:t>
            </a:r>
            <a:endParaRPr sz="2400"/>
          </a:p>
        </p:txBody>
      </p:sp>
      <p:sp>
        <p:nvSpPr>
          <p:cNvPr id="4519" name="Google Shape;4519;p104"/>
          <p:cNvSpPr txBox="1"/>
          <p:nvPr/>
        </p:nvSpPr>
        <p:spPr>
          <a:xfrm>
            <a:off x="812030" y="240699"/>
            <a:ext cx="5486400" cy="258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BUILT</a:t>
            </a:r>
            <a:endParaRPr i="0" sz="1000" u="none" cap="none" strike="noStrike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20" name="Google Shape;4520;p104"/>
          <p:cNvSpPr txBox="1"/>
          <p:nvPr/>
        </p:nvSpPr>
        <p:spPr>
          <a:xfrm>
            <a:off x="812030" y="484461"/>
            <a:ext cx="7886700" cy="664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Six features. Nothing else,</a:t>
            </a:r>
            <a:endParaRPr b="1" sz="2400">
              <a:solidFill>
                <a:srgbClr val="2B1C17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until these ship.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5" name="Shape 4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" name="Google Shape;4526;p105"/>
          <p:cNvSpPr txBox="1"/>
          <p:nvPr/>
        </p:nvSpPr>
        <p:spPr>
          <a:xfrm>
            <a:off x="411480" y="308610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0C0A9E"/>
                </a:solidFill>
                <a:latin typeface="IBM Plex Mono"/>
                <a:ea typeface="IBM Plex Mono"/>
                <a:cs typeface="IBM Plex Mono"/>
                <a:sym typeface="IBM Plex Mono"/>
              </a:rPr>
              <a:t>UNDER THE HOOD</a:t>
            </a:r>
            <a:endParaRPr i="0" sz="1000" u="none" cap="none" strike="noStrike">
              <a:solidFill>
                <a:srgbClr val="0C0A9E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27" name="Google Shape;4527;p105"/>
          <p:cNvSpPr txBox="1"/>
          <p:nvPr/>
        </p:nvSpPr>
        <p:spPr>
          <a:xfrm>
            <a:off x="411480" y="534924"/>
            <a:ext cx="7886700" cy="6171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2B1C17"/>
                </a:solidFill>
                <a:latin typeface="IBM Plex Mono"/>
                <a:ea typeface="IBM Plex Mono"/>
                <a:cs typeface="IBM Plex Mono"/>
                <a:sym typeface="IBM Plex Mono"/>
              </a:rPr>
              <a:t>Two MIT-licensed models. ~100MB. Nothing leaves the phone.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28" name="Google Shape;4528;p105"/>
          <p:cNvSpPr/>
          <p:nvPr/>
        </p:nvSpPr>
        <p:spPr>
          <a:xfrm>
            <a:off x="411475" y="1371600"/>
            <a:ext cx="4080600" cy="2046000"/>
          </a:xfrm>
          <a:prstGeom prst="roundRect">
            <a:avLst>
              <a:gd fmla="val 3175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29" name="Google Shape;4529;p105"/>
          <p:cNvSpPr txBox="1"/>
          <p:nvPr/>
        </p:nvSpPr>
        <p:spPr>
          <a:xfrm>
            <a:off x="651510" y="1543050"/>
            <a:ext cx="3634800" cy="3429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mbria"/>
              <a:buNone/>
            </a:pPr>
            <a:r>
              <a:rPr b="1" i="0" lang="en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IndicConformer</a:t>
            </a:r>
            <a:endParaRPr i="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0" name="Google Shape;4530;p105"/>
          <p:cNvSpPr txBox="1"/>
          <p:nvPr/>
        </p:nvSpPr>
        <p:spPr>
          <a:xfrm>
            <a:off x="651510" y="1941576"/>
            <a:ext cx="3634800" cy="2400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i="1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ASR + forced alignment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1" name="Google Shape;4531;p105"/>
          <p:cNvSpPr txBox="1"/>
          <p:nvPr/>
        </p:nvSpPr>
        <p:spPr>
          <a:xfrm>
            <a:off x="651510" y="2278380"/>
            <a:ext cx="3634800" cy="2400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~120M params → ~60MB INT8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2" name="Google Shape;4532;p105"/>
          <p:cNvSpPr txBox="1"/>
          <p:nvPr/>
        </p:nvSpPr>
        <p:spPr>
          <a:xfrm>
            <a:off x="651500" y="2559300"/>
            <a:ext cx="3634800" cy="7518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Hybrid CTC-RNNT: one model gives both the transcript and the posteriorgram pronunciation scoring needs.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3" name="Google Shape;4533;p105"/>
          <p:cNvSpPr/>
          <p:nvPr/>
        </p:nvSpPr>
        <p:spPr>
          <a:xfrm>
            <a:off x="4663450" y="1371600"/>
            <a:ext cx="4080600" cy="2046000"/>
          </a:xfrm>
          <a:prstGeom prst="roundRect">
            <a:avLst>
              <a:gd fmla="val 3175" name="adj"/>
            </a:avLst>
          </a:prstGeom>
          <a:solidFill>
            <a:srgbClr val="BFBE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4" name="Google Shape;4534;p105"/>
          <p:cNvSpPr txBox="1"/>
          <p:nvPr/>
        </p:nvSpPr>
        <p:spPr>
          <a:xfrm>
            <a:off x="4903470" y="1543050"/>
            <a:ext cx="3634800" cy="3429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mbria"/>
              <a:buNone/>
            </a:pPr>
            <a:r>
              <a:rPr b="1" i="0" lang="en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FastPitch + HiFi-GAN V1</a:t>
            </a:r>
            <a:endParaRPr i="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5" name="Google Shape;4535;p105"/>
          <p:cNvSpPr txBox="1"/>
          <p:nvPr/>
        </p:nvSpPr>
        <p:spPr>
          <a:xfrm>
            <a:off x="4903470" y="1885976"/>
            <a:ext cx="3634800" cy="2400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i="1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On-device runtime TTS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6" name="Google Shape;4536;p105"/>
          <p:cNvSpPr txBox="1"/>
          <p:nvPr/>
        </p:nvSpPr>
        <p:spPr>
          <a:xfrm>
            <a:off x="4903470" y="2202180"/>
            <a:ext cx="3634800" cy="2400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~25–40M params → ~40MB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7" name="Google Shape;4537;p105"/>
          <p:cNvSpPr txBox="1"/>
          <p:nvPr/>
        </p:nvSpPr>
        <p:spPr>
          <a:xfrm>
            <a:off x="4886350" y="2518371"/>
            <a:ext cx="3634800" cy="617100"/>
          </a:xfrm>
          <a:prstGeom prst="rect">
            <a:avLst/>
          </a:prstGeom>
          <a:solidFill>
            <a:srgbClr val="BFB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Chosen for intelligibility over naturalness — AI4Bharat's own benchmark shows lower CER than VITS.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8" name="Google Shape;4538;p105"/>
          <p:cNvSpPr/>
          <p:nvPr/>
        </p:nvSpPr>
        <p:spPr>
          <a:xfrm>
            <a:off x="411475" y="3653800"/>
            <a:ext cx="1995900" cy="548700"/>
          </a:xfrm>
          <a:prstGeom prst="roundRect">
            <a:avLst>
              <a:gd fmla="val 50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9" name="Google Shape;4539;p105"/>
          <p:cNvSpPr txBox="1"/>
          <p:nvPr/>
        </p:nvSpPr>
        <p:spPr>
          <a:xfrm>
            <a:off x="462900" y="3653800"/>
            <a:ext cx="1995900" cy="54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No backend server</a:t>
            </a:r>
            <a:endParaRPr i="0" sz="120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0" name="Google Shape;4540;p105"/>
          <p:cNvSpPr/>
          <p:nvPr/>
        </p:nvSpPr>
        <p:spPr>
          <a:xfrm>
            <a:off x="2512317" y="3653800"/>
            <a:ext cx="1995900" cy="548700"/>
          </a:xfrm>
          <a:prstGeom prst="roundRect">
            <a:avLst>
              <a:gd fmla="val 50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1" name="Google Shape;4541;p105"/>
          <p:cNvSpPr txBox="1"/>
          <p:nvPr/>
        </p:nvSpPr>
        <p:spPr>
          <a:xfrm>
            <a:off x="2563742" y="3653800"/>
            <a:ext cx="1995900" cy="54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No database</a:t>
            </a:r>
            <a:endParaRPr i="0" sz="120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2" name="Google Shape;4542;p105"/>
          <p:cNvSpPr/>
          <p:nvPr/>
        </p:nvSpPr>
        <p:spPr>
          <a:xfrm>
            <a:off x="4613159" y="3653800"/>
            <a:ext cx="1995900" cy="548700"/>
          </a:xfrm>
          <a:prstGeom prst="roundRect">
            <a:avLst>
              <a:gd fmla="val 50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3" name="Google Shape;4543;p105"/>
          <p:cNvSpPr txBox="1"/>
          <p:nvPr/>
        </p:nvSpPr>
        <p:spPr>
          <a:xfrm>
            <a:off x="4664584" y="3653800"/>
            <a:ext cx="1995900" cy="54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No cloud API calls during inference</a:t>
            </a:r>
            <a:endParaRPr i="0" sz="120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4" name="Google Shape;4544;p105"/>
          <p:cNvSpPr/>
          <p:nvPr/>
        </p:nvSpPr>
        <p:spPr>
          <a:xfrm>
            <a:off x="6714000" y="3653800"/>
            <a:ext cx="1995900" cy="548700"/>
          </a:xfrm>
          <a:prstGeom prst="roundRect">
            <a:avLst>
              <a:gd fmla="val 50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5" name="Google Shape;4545;p105"/>
          <p:cNvSpPr txBox="1"/>
          <p:nvPr/>
        </p:nvSpPr>
        <p:spPr>
          <a:xfrm>
            <a:off x="6714000" y="3653800"/>
            <a:ext cx="1995900" cy="5487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1C17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rgbClr val="0C0A9E"/>
                </a:solidFill>
                <a:latin typeface="Poppins"/>
                <a:ea typeface="Poppins"/>
                <a:cs typeface="Poppins"/>
                <a:sym typeface="Poppins"/>
              </a:rPr>
              <a:t>No analytics SDK that phones home</a:t>
            </a:r>
            <a:endParaRPr i="0" sz="1200" u="none" cap="none" strike="noStrike">
              <a:solidFill>
                <a:srgbClr val="0C0A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6" name="Google Shape;4546;p105"/>
          <p:cNvSpPr txBox="1"/>
          <p:nvPr/>
        </p:nvSpPr>
        <p:spPr>
          <a:xfrm>
            <a:off x="411480" y="4354830"/>
            <a:ext cx="8298300" cy="2742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i="1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Runs on Qualcomm Hexagon NPU (Snapdragon 8 Elite Gen 5, iQOO 15) via ONNX Runtime + QNN.</a:t>
            </a:r>
            <a:endParaRPr i="1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7" name="Google Shape;4547;p105"/>
          <p:cNvSpPr txBox="1"/>
          <p:nvPr/>
        </p:nvSpPr>
        <p:spPr>
          <a:xfrm>
            <a:off x="8524494" y="476631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5B5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2" name="Shape 4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3" name="Google Shape;4553;p106"/>
          <p:cNvSpPr txBox="1"/>
          <p:nvPr/>
        </p:nvSpPr>
        <p:spPr>
          <a:xfrm>
            <a:off x="411480" y="30861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MINUTES. ONE NARRATIVE.</a:t>
            </a:r>
            <a:endParaRPr i="0" sz="9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54" name="Google Shape;4554;p106"/>
          <p:cNvSpPr txBox="1"/>
          <p:nvPr/>
        </p:nvSpPr>
        <p:spPr>
          <a:xfrm>
            <a:off x="411480" y="534924"/>
            <a:ext cx="7886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demo.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55" name="Google Shape;4555;p106"/>
          <p:cNvSpPr txBox="1"/>
          <p:nvPr/>
        </p:nvSpPr>
        <p:spPr>
          <a:xfrm>
            <a:off x="411480" y="1337310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0:00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6" name="Google Shape;4556;p106"/>
          <p:cNvSpPr txBox="1"/>
          <p:nvPr/>
        </p:nvSpPr>
        <p:spPr>
          <a:xfrm>
            <a:off x="1268730" y="1337310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Meet Ramesh — 34, three weeks to speak enough Tamil to keep his job.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7" name="Google Shape;4557;p106"/>
          <p:cNvSpPr txBox="1"/>
          <p:nvPr/>
        </p:nvSpPr>
        <p:spPr>
          <a:xfrm>
            <a:off x="411480" y="1831086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0:15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8" name="Google Shape;4558;p106"/>
          <p:cNvSpPr txBox="1"/>
          <p:nvPr/>
        </p:nvSpPr>
        <p:spPr>
          <a:xfrm>
            <a:off x="1268730" y="1831086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Airplane mode, on stage. Nothing here touches the internet.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9" name="Google Shape;4559;p106"/>
          <p:cNvSpPr txBox="1"/>
          <p:nvPr/>
        </p:nvSpPr>
        <p:spPr>
          <a:xfrm>
            <a:off x="411480" y="2324862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0:45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0" name="Google Shape;4560;p106"/>
          <p:cNvSpPr txBox="1"/>
          <p:nvPr/>
        </p:nvSpPr>
        <p:spPr>
          <a:xfrm>
            <a:off x="1268730" y="2324862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Live roleplay with a Tamil site supervisor — interrupt it mid-sentence, it listens.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1" name="Google Shape;4561;p106"/>
          <p:cNvSpPr txBox="1"/>
          <p:nvPr/>
        </p:nvSpPr>
        <p:spPr>
          <a:xfrm>
            <a:off x="411480" y="2818638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1:20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2" name="Google Shape;4562;p106"/>
          <p:cNvSpPr txBox="1"/>
          <p:nvPr/>
        </p:nvSpPr>
        <p:spPr>
          <a:xfrm>
            <a:off x="1268730" y="2818638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Pronunciation feedback: "your ட came out as a த" — named, because it knows his L1 is Bhojpuri.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3" name="Google Shape;4563;p106"/>
          <p:cNvSpPr txBox="1"/>
          <p:nvPr/>
        </p:nvSpPr>
        <p:spPr>
          <a:xfrm>
            <a:off x="411480" y="3312414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1:50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4" name="Google Shape;4564;p106"/>
          <p:cNvSpPr txBox="1"/>
          <p:nvPr/>
        </p:nvSpPr>
        <p:spPr>
          <a:xfrm>
            <a:off x="1268730" y="3312414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Point the camera at a Tamil signboard — instant translation, instant five-word lesson.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5" name="Google Shape;4565;p106"/>
          <p:cNvSpPr txBox="1"/>
          <p:nvPr/>
        </p:nvSpPr>
        <p:spPr>
          <a:xfrm>
            <a:off x="411480" y="3806190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2:15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6" name="Google Shape;4566;p106"/>
          <p:cNvSpPr txBox="1"/>
          <p:nvPr/>
        </p:nvSpPr>
        <p:spPr>
          <a:xfrm>
            <a:off x="1268730" y="3806190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Ambient mining: the words this room just spoke, already queued for tomorrow's lesson.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7" name="Google Shape;4567;p106"/>
          <p:cNvSpPr txBox="1"/>
          <p:nvPr/>
        </p:nvSpPr>
        <p:spPr>
          <a:xfrm>
            <a:off x="411480" y="4299966"/>
            <a:ext cx="754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mbria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3:00</a:t>
            </a:r>
            <a:endParaRPr i="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8" name="Google Shape;4568;p106"/>
          <p:cNvSpPr txBox="1"/>
          <p:nvPr/>
        </p:nvSpPr>
        <p:spPr>
          <a:xfrm>
            <a:off x="1268730" y="4299966"/>
            <a:ext cx="747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000"/>
              <a:buFont typeface="Calibri"/>
              <a:buNone/>
            </a:pPr>
            <a:r>
              <a:rPr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Close: "Still in airplane mode."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9" name="Google Shape;4569;p106"/>
          <p:cNvSpPr txBox="1"/>
          <p:nvPr/>
        </p:nvSpPr>
        <p:spPr>
          <a:xfrm>
            <a:off x="8524494" y="476631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7E8D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Google Shape;4575;p107"/>
          <p:cNvSpPr txBox="1"/>
          <p:nvPr/>
        </p:nvSpPr>
        <p:spPr>
          <a:xfrm>
            <a:off x="411480" y="842010"/>
            <a:ext cx="5486400" cy="24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BEYOND THE HACKATHON</a:t>
            </a:r>
            <a:endParaRPr i="0" sz="1000" u="none" cap="none" strike="noStrike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76" name="Google Shape;4576;p107"/>
          <p:cNvSpPr txBox="1"/>
          <p:nvPr/>
        </p:nvSpPr>
        <p:spPr>
          <a:xfrm>
            <a:off x="411480" y="1068324"/>
            <a:ext cx="7886700" cy="891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140 million people are waiting for software built for them.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577" name="Google Shape;4577;p107"/>
          <p:cNvSpPr/>
          <p:nvPr/>
        </p:nvSpPr>
        <p:spPr>
          <a:xfrm>
            <a:off x="617220" y="2182368"/>
            <a:ext cx="96000" cy="96000"/>
          </a:xfrm>
          <a:prstGeom prst="ellipse">
            <a:avLst/>
          </a:prstGeom>
          <a:solidFill>
            <a:srgbClr val="0C0A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78" name="Google Shape;4578;p107"/>
          <p:cNvSpPr txBox="1"/>
          <p:nvPr/>
        </p:nvSpPr>
        <p:spPr>
          <a:xfrm>
            <a:off x="857250" y="2086356"/>
            <a:ext cx="7200900" cy="342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100"/>
              <a:buFont typeface="Calibri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Free for individuals, always — zero marginal inference cost makes it sustainable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79" name="Google Shape;4579;p107"/>
          <p:cNvSpPr/>
          <p:nvPr/>
        </p:nvSpPr>
        <p:spPr>
          <a:xfrm>
            <a:off x="617220" y="2607564"/>
            <a:ext cx="96000" cy="96000"/>
          </a:xfrm>
          <a:prstGeom prst="ellipse">
            <a:avLst/>
          </a:prstGeom>
          <a:solidFill>
            <a:srgbClr val="0C0A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0" name="Google Shape;4580;p107"/>
          <p:cNvSpPr txBox="1"/>
          <p:nvPr/>
        </p:nvSpPr>
        <p:spPr>
          <a:xfrm>
            <a:off x="857250" y="2511552"/>
            <a:ext cx="7200900" cy="342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100"/>
              <a:buFont typeface="Calibri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Employer &amp; NGO distribution — construction firms, hospitals, migrant welfare unions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1" name="Google Shape;4581;p107"/>
          <p:cNvSpPr/>
          <p:nvPr/>
        </p:nvSpPr>
        <p:spPr>
          <a:xfrm>
            <a:off x="617220" y="3032760"/>
            <a:ext cx="96000" cy="96000"/>
          </a:xfrm>
          <a:prstGeom prst="ellipse">
            <a:avLst/>
          </a:prstGeom>
          <a:solidFill>
            <a:srgbClr val="0C0A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2" name="Google Shape;4582;p107"/>
          <p:cNvSpPr txBox="1"/>
          <p:nvPr/>
        </p:nvSpPr>
        <p:spPr>
          <a:xfrm>
            <a:off x="857250" y="2936748"/>
            <a:ext cx="7200900" cy="3429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1100"/>
              <a:buFont typeface="Calibri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Verified skill attestation — a learning app that becomes an employability credential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3" name="Google Shape;4583;p107"/>
          <p:cNvSpPr/>
          <p:nvPr/>
        </p:nvSpPr>
        <p:spPr>
          <a:xfrm>
            <a:off x="617220" y="3836670"/>
            <a:ext cx="822900" cy="342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4" name="Google Shape;4584;p107"/>
          <p:cNvSpPr txBox="1"/>
          <p:nvPr/>
        </p:nvSpPr>
        <p:spPr>
          <a:xfrm>
            <a:off x="617220" y="3474720"/>
            <a:ext cx="7200900" cy="480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1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Zero literacy required. Zero connectivity required. Zero excuse left.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5" name="Google Shape;4585;p107"/>
          <p:cNvSpPr txBox="1"/>
          <p:nvPr/>
        </p:nvSpPr>
        <p:spPr>
          <a:xfrm>
            <a:off x="617220" y="3985260"/>
            <a:ext cx="5486400" cy="2742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B52"/>
              </a:buClr>
              <a:buSzPts val="900"/>
              <a:buFont typeface="Calibri"/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SeedheBol</a:t>
            </a: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 built for Ramesh.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6" name="Google Shape;4586;p107"/>
          <p:cNvSpPr txBox="1"/>
          <p:nvPr/>
        </p:nvSpPr>
        <p:spPr>
          <a:xfrm>
            <a:off x="8524494" y="4766310"/>
            <a:ext cx="411600" cy="205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0" name="Shape 4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1" name="Google Shape;4591;p10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&amp; QnA</a:t>
            </a:r>
            <a:endParaRPr/>
          </a:p>
        </p:txBody>
      </p:sp>
      <p:grpSp>
        <p:nvGrpSpPr>
          <p:cNvPr id="4592" name="Google Shape;4592;p108"/>
          <p:cNvGrpSpPr/>
          <p:nvPr/>
        </p:nvGrpSpPr>
        <p:grpSpPr>
          <a:xfrm>
            <a:off x="774450" y="3019701"/>
            <a:ext cx="5944442" cy="134100"/>
            <a:chOff x="774450" y="3019701"/>
            <a:chExt cx="5944442" cy="134100"/>
          </a:xfrm>
        </p:grpSpPr>
        <p:sp>
          <p:nvSpPr>
            <p:cNvPr id="4593" name="Google Shape;4593;p108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94" name="Google Shape;4594;p108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95" name="Google Shape;4595;p108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